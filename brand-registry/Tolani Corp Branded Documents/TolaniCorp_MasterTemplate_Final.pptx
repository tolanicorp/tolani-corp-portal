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BulletTimelineDefaultColorVariant">
  <dgm:title val="Bullet Timeline Default Color Variant"/>
  <dgm:desc val="Bullet Timeline Default Color Variant"/>
  <dgm:catLst>
    <dgm:cat type="Other" pri="2"/>
  </dgm:catLst>
  <dgm:styleLbl name="node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ln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086EC-DB9E-4C14-8239-544BD10A889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BAF27E-4DDE-4678-9A2D-2D3F514F7EEF}">
      <dgm:prSet/>
      <dgm:spPr/>
      <dgm:t>
        <a:bodyPr/>
        <a:lstStyle/>
        <a:p>
          <a:r>
            <a:rPr lang="en-US"/>
            <a:t>• Blockchain integration</a:t>
          </a:r>
        </a:p>
      </dgm:t>
    </dgm:pt>
    <dgm:pt modelId="{8A1532EF-A86F-45FA-B6A0-B31AB65223BF}" type="parTrans" cxnId="{CF8C2718-4703-47F0-8310-81365D5455D2}">
      <dgm:prSet/>
      <dgm:spPr/>
      <dgm:t>
        <a:bodyPr/>
        <a:lstStyle/>
        <a:p>
          <a:endParaRPr lang="en-US"/>
        </a:p>
      </dgm:t>
    </dgm:pt>
    <dgm:pt modelId="{473DC96F-C36A-4007-8B1C-6B67CECB25D7}" type="sibTrans" cxnId="{CF8C2718-4703-47F0-8310-81365D5455D2}">
      <dgm:prSet/>
      <dgm:spPr/>
      <dgm:t>
        <a:bodyPr/>
        <a:lstStyle/>
        <a:p>
          <a:endParaRPr lang="en-US"/>
        </a:p>
      </dgm:t>
    </dgm:pt>
    <dgm:pt modelId="{830D96C9-CD7A-4AE9-8D8C-74489E6C1769}">
      <dgm:prSet/>
      <dgm:spPr/>
      <dgm:t>
        <a:bodyPr/>
        <a:lstStyle/>
        <a:p>
          <a:r>
            <a:rPr lang="en-US"/>
            <a:t>• Government contracting</a:t>
          </a:r>
        </a:p>
      </dgm:t>
    </dgm:pt>
    <dgm:pt modelId="{7B4E187B-4DA6-49FC-A07A-725E605CB4B7}" type="parTrans" cxnId="{7F99368C-1B3C-4C0D-A57E-EAA948D5E77D}">
      <dgm:prSet/>
      <dgm:spPr/>
      <dgm:t>
        <a:bodyPr/>
        <a:lstStyle/>
        <a:p>
          <a:endParaRPr lang="en-US"/>
        </a:p>
      </dgm:t>
    </dgm:pt>
    <dgm:pt modelId="{580F0D93-0939-487C-B3D9-7AFAB68AC3EF}" type="sibTrans" cxnId="{7F99368C-1B3C-4C0D-A57E-EAA948D5E77D}">
      <dgm:prSet/>
      <dgm:spPr/>
      <dgm:t>
        <a:bodyPr/>
        <a:lstStyle/>
        <a:p>
          <a:endParaRPr lang="en-US"/>
        </a:p>
      </dgm:t>
    </dgm:pt>
    <dgm:pt modelId="{9F36E6F5-AA6A-4382-9D7E-87CD6A910DE0}">
      <dgm:prSet/>
      <dgm:spPr/>
      <dgm:t>
        <a:bodyPr/>
        <a:lstStyle/>
        <a:p>
          <a:r>
            <a:rPr lang="en-US"/>
            <a:t>• Modular construction</a:t>
          </a:r>
        </a:p>
      </dgm:t>
    </dgm:pt>
    <dgm:pt modelId="{7082C8C8-5089-4469-9735-DCEECFF9C4F6}" type="parTrans" cxnId="{2321859B-C6C9-4BF5-AF55-57DD7F4EE2A4}">
      <dgm:prSet/>
      <dgm:spPr/>
      <dgm:t>
        <a:bodyPr/>
        <a:lstStyle/>
        <a:p>
          <a:endParaRPr lang="en-US"/>
        </a:p>
      </dgm:t>
    </dgm:pt>
    <dgm:pt modelId="{A34C79FE-2FD7-4403-87F6-EEE17C7E1609}" type="sibTrans" cxnId="{2321859B-C6C9-4BF5-AF55-57DD7F4EE2A4}">
      <dgm:prSet/>
      <dgm:spPr/>
      <dgm:t>
        <a:bodyPr/>
        <a:lstStyle/>
        <a:p>
          <a:endParaRPr lang="en-US"/>
        </a:p>
      </dgm:t>
    </dgm:pt>
    <dgm:pt modelId="{2271BFB2-D8DA-42A0-8D7E-DB2C3241F5F6}">
      <dgm:prSet/>
      <dgm:spPr/>
      <dgm:t>
        <a:bodyPr/>
        <a:lstStyle/>
        <a:p>
          <a:r>
            <a:rPr lang="en-US"/>
            <a:t>• Logistics &amp; supply chain</a:t>
          </a:r>
        </a:p>
      </dgm:t>
    </dgm:pt>
    <dgm:pt modelId="{DA9CEB2D-7908-4526-BAE6-AE84E5910585}" type="parTrans" cxnId="{319C8D71-A487-4822-8760-639580AD8919}">
      <dgm:prSet/>
      <dgm:spPr/>
      <dgm:t>
        <a:bodyPr/>
        <a:lstStyle/>
        <a:p>
          <a:endParaRPr lang="en-US"/>
        </a:p>
      </dgm:t>
    </dgm:pt>
    <dgm:pt modelId="{DEAD2C8F-A47F-4022-9E5F-55E481128709}" type="sibTrans" cxnId="{319C8D71-A487-4822-8760-639580AD8919}">
      <dgm:prSet/>
      <dgm:spPr/>
      <dgm:t>
        <a:bodyPr/>
        <a:lstStyle/>
        <a:p>
          <a:endParaRPr lang="en-US"/>
        </a:p>
      </dgm:t>
    </dgm:pt>
    <dgm:pt modelId="{FECDFC74-C1FB-4D61-BC77-B775159E87C3}" type="pres">
      <dgm:prSet presAssocID="{693086EC-DB9E-4C14-8239-544BD10A8896}" presName="outerComposite" presStyleCnt="0">
        <dgm:presLayoutVars>
          <dgm:chMax val="5"/>
          <dgm:dir/>
          <dgm:resizeHandles val="exact"/>
        </dgm:presLayoutVars>
      </dgm:prSet>
      <dgm:spPr/>
    </dgm:pt>
    <dgm:pt modelId="{756E6A8F-4DCC-4A6E-85F7-2498FF6D8A6D}" type="pres">
      <dgm:prSet presAssocID="{693086EC-DB9E-4C14-8239-544BD10A8896}" presName="dummyMaxCanvas" presStyleCnt="0">
        <dgm:presLayoutVars/>
      </dgm:prSet>
      <dgm:spPr/>
    </dgm:pt>
    <dgm:pt modelId="{639B4926-67EE-47C4-A967-418C42CAE149}" type="pres">
      <dgm:prSet presAssocID="{693086EC-DB9E-4C14-8239-544BD10A8896}" presName="FourNodes_1" presStyleLbl="node1" presStyleIdx="0" presStyleCnt="4">
        <dgm:presLayoutVars>
          <dgm:bulletEnabled val="1"/>
        </dgm:presLayoutVars>
      </dgm:prSet>
      <dgm:spPr/>
    </dgm:pt>
    <dgm:pt modelId="{04651159-2736-491F-9B27-E3D815BE2EA9}" type="pres">
      <dgm:prSet presAssocID="{693086EC-DB9E-4C14-8239-544BD10A8896}" presName="FourNodes_2" presStyleLbl="node1" presStyleIdx="1" presStyleCnt="4">
        <dgm:presLayoutVars>
          <dgm:bulletEnabled val="1"/>
        </dgm:presLayoutVars>
      </dgm:prSet>
      <dgm:spPr/>
    </dgm:pt>
    <dgm:pt modelId="{4DE730C9-26FD-4D2E-9DB4-5D9BBF8E2EFD}" type="pres">
      <dgm:prSet presAssocID="{693086EC-DB9E-4C14-8239-544BD10A8896}" presName="FourNodes_3" presStyleLbl="node1" presStyleIdx="2" presStyleCnt="4">
        <dgm:presLayoutVars>
          <dgm:bulletEnabled val="1"/>
        </dgm:presLayoutVars>
      </dgm:prSet>
      <dgm:spPr/>
    </dgm:pt>
    <dgm:pt modelId="{9B8EA6E2-2076-42B1-BF6A-9CFD95150C2F}" type="pres">
      <dgm:prSet presAssocID="{693086EC-DB9E-4C14-8239-544BD10A8896}" presName="FourNodes_4" presStyleLbl="node1" presStyleIdx="3" presStyleCnt="4">
        <dgm:presLayoutVars>
          <dgm:bulletEnabled val="1"/>
        </dgm:presLayoutVars>
      </dgm:prSet>
      <dgm:spPr/>
    </dgm:pt>
    <dgm:pt modelId="{DBA885E9-CF71-480B-861D-CABB914A50C8}" type="pres">
      <dgm:prSet presAssocID="{693086EC-DB9E-4C14-8239-544BD10A8896}" presName="FourConn_1-2" presStyleLbl="fgAccFollowNode1" presStyleIdx="0" presStyleCnt="3">
        <dgm:presLayoutVars>
          <dgm:bulletEnabled val="1"/>
        </dgm:presLayoutVars>
      </dgm:prSet>
      <dgm:spPr/>
    </dgm:pt>
    <dgm:pt modelId="{FDFFB610-5C59-43ED-A5CF-A55F80AB937A}" type="pres">
      <dgm:prSet presAssocID="{693086EC-DB9E-4C14-8239-544BD10A8896}" presName="FourConn_2-3" presStyleLbl="fgAccFollowNode1" presStyleIdx="1" presStyleCnt="3">
        <dgm:presLayoutVars>
          <dgm:bulletEnabled val="1"/>
        </dgm:presLayoutVars>
      </dgm:prSet>
      <dgm:spPr/>
    </dgm:pt>
    <dgm:pt modelId="{3A2021F1-7181-4936-AC7D-CA1EF5BEA451}" type="pres">
      <dgm:prSet presAssocID="{693086EC-DB9E-4C14-8239-544BD10A8896}" presName="FourConn_3-4" presStyleLbl="fgAccFollowNode1" presStyleIdx="2" presStyleCnt="3">
        <dgm:presLayoutVars>
          <dgm:bulletEnabled val="1"/>
        </dgm:presLayoutVars>
      </dgm:prSet>
      <dgm:spPr/>
    </dgm:pt>
    <dgm:pt modelId="{CD6C73F5-9E6E-442A-9557-06AB382E003A}" type="pres">
      <dgm:prSet presAssocID="{693086EC-DB9E-4C14-8239-544BD10A8896}" presName="FourNodes_1_text" presStyleLbl="node1" presStyleIdx="3" presStyleCnt="4">
        <dgm:presLayoutVars>
          <dgm:bulletEnabled val="1"/>
        </dgm:presLayoutVars>
      </dgm:prSet>
      <dgm:spPr/>
    </dgm:pt>
    <dgm:pt modelId="{5217383E-EDE4-49B7-896A-1BA39AAC3B9A}" type="pres">
      <dgm:prSet presAssocID="{693086EC-DB9E-4C14-8239-544BD10A8896}" presName="FourNodes_2_text" presStyleLbl="node1" presStyleIdx="3" presStyleCnt="4">
        <dgm:presLayoutVars>
          <dgm:bulletEnabled val="1"/>
        </dgm:presLayoutVars>
      </dgm:prSet>
      <dgm:spPr/>
    </dgm:pt>
    <dgm:pt modelId="{050318F6-6B0E-4DE6-B3AB-A444F48D43AE}" type="pres">
      <dgm:prSet presAssocID="{693086EC-DB9E-4C14-8239-544BD10A8896}" presName="FourNodes_3_text" presStyleLbl="node1" presStyleIdx="3" presStyleCnt="4">
        <dgm:presLayoutVars>
          <dgm:bulletEnabled val="1"/>
        </dgm:presLayoutVars>
      </dgm:prSet>
      <dgm:spPr/>
    </dgm:pt>
    <dgm:pt modelId="{35BB5834-9194-4AEB-A362-3DF31ECAB8F7}" type="pres">
      <dgm:prSet presAssocID="{693086EC-DB9E-4C14-8239-544BD10A889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B8EE202-3A32-4B4E-B7D5-C24BF7A2D812}" type="presOf" srcId="{9F36E6F5-AA6A-4382-9D7E-87CD6A910DE0}" destId="{4DE730C9-26FD-4D2E-9DB4-5D9BBF8E2EFD}" srcOrd="0" destOrd="0" presId="urn:microsoft.com/office/officeart/2005/8/layout/vProcess5"/>
    <dgm:cxn modelId="{44081112-123E-4929-A8A1-504EAFCA5C00}" type="presOf" srcId="{580F0D93-0939-487C-B3D9-7AFAB68AC3EF}" destId="{FDFFB610-5C59-43ED-A5CF-A55F80AB937A}" srcOrd="0" destOrd="0" presId="urn:microsoft.com/office/officeart/2005/8/layout/vProcess5"/>
    <dgm:cxn modelId="{60644513-5AF3-4C6D-A84E-E9316328B67E}" type="presOf" srcId="{830D96C9-CD7A-4AE9-8D8C-74489E6C1769}" destId="{5217383E-EDE4-49B7-896A-1BA39AAC3B9A}" srcOrd="1" destOrd="0" presId="urn:microsoft.com/office/officeart/2005/8/layout/vProcess5"/>
    <dgm:cxn modelId="{CF8C2718-4703-47F0-8310-81365D5455D2}" srcId="{693086EC-DB9E-4C14-8239-544BD10A8896}" destId="{53BAF27E-4DDE-4678-9A2D-2D3F514F7EEF}" srcOrd="0" destOrd="0" parTransId="{8A1532EF-A86F-45FA-B6A0-B31AB65223BF}" sibTransId="{473DC96F-C36A-4007-8B1C-6B67CECB25D7}"/>
    <dgm:cxn modelId="{E057C560-D2F9-4603-AA16-3BE8C0AD86E9}" type="presOf" srcId="{53BAF27E-4DDE-4678-9A2D-2D3F514F7EEF}" destId="{639B4926-67EE-47C4-A967-418C42CAE149}" srcOrd="0" destOrd="0" presId="urn:microsoft.com/office/officeart/2005/8/layout/vProcess5"/>
    <dgm:cxn modelId="{319C8D71-A487-4822-8760-639580AD8919}" srcId="{693086EC-DB9E-4C14-8239-544BD10A8896}" destId="{2271BFB2-D8DA-42A0-8D7E-DB2C3241F5F6}" srcOrd="3" destOrd="0" parTransId="{DA9CEB2D-7908-4526-BAE6-AE84E5910585}" sibTransId="{DEAD2C8F-A47F-4022-9E5F-55E481128709}"/>
    <dgm:cxn modelId="{52FD6877-4BB7-46D5-80E4-CB95F1941BF1}" type="presOf" srcId="{473DC96F-C36A-4007-8B1C-6B67CECB25D7}" destId="{DBA885E9-CF71-480B-861D-CABB914A50C8}" srcOrd="0" destOrd="0" presId="urn:microsoft.com/office/officeart/2005/8/layout/vProcess5"/>
    <dgm:cxn modelId="{E68C4E88-9141-4969-86FA-C373EBC815BD}" type="presOf" srcId="{A34C79FE-2FD7-4403-87F6-EEE17C7E1609}" destId="{3A2021F1-7181-4936-AC7D-CA1EF5BEA451}" srcOrd="0" destOrd="0" presId="urn:microsoft.com/office/officeart/2005/8/layout/vProcess5"/>
    <dgm:cxn modelId="{7F99368C-1B3C-4C0D-A57E-EAA948D5E77D}" srcId="{693086EC-DB9E-4C14-8239-544BD10A8896}" destId="{830D96C9-CD7A-4AE9-8D8C-74489E6C1769}" srcOrd="1" destOrd="0" parTransId="{7B4E187B-4DA6-49FC-A07A-725E605CB4B7}" sibTransId="{580F0D93-0939-487C-B3D9-7AFAB68AC3EF}"/>
    <dgm:cxn modelId="{2321859B-C6C9-4BF5-AF55-57DD7F4EE2A4}" srcId="{693086EC-DB9E-4C14-8239-544BD10A8896}" destId="{9F36E6F5-AA6A-4382-9D7E-87CD6A910DE0}" srcOrd="2" destOrd="0" parTransId="{7082C8C8-5089-4469-9735-DCEECFF9C4F6}" sibTransId="{A34C79FE-2FD7-4403-87F6-EEE17C7E1609}"/>
    <dgm:cxn modelId="{204D9BA8-C45B-411D-9D2E-695B2BE6FBBB}" type="presOf" srcId="{9F36E6F5-AA6A-4382-9D7E-87CD6A910DE0}" destId="{050318F6-6B0E-4DE6-B3AB-A444F48D43AE}" srcOrd="1" destOrd="0" presId="urn:microsoft.com/office/officeart/2005/8/layout/vProcess5"/>
    <dgm:cxn modelId="{9B7588BD-2DA6-4A63-B7E1-A93DA29F221A}" type="presOf" srcId="{53BAF27E-4DDE-4678-9A2D-2D3F514F7EEF}" destId="{CD6C73F5-9E6E-442A-9557-06AB382E003A}" srcOrd="1" destOrd="0" presId="urn:microsoft.com/office/officeart/2005/8/layout/vProcess5"/>
    <dgm:cxn modelId="{CB8319C6-0172-40BE-AEEB-823DEAD5B7AC}" type="presOf" srcId="{2271BFB2-D8DA-42A0-8D7E-DB2C3241F5F6}" destId="{9B8EA6E2-2076-42B1-BF6A-9CFD95150C2F}" srcOrd="0" destOrd="0" presId="urn:microsoft.com/office/officeart/2005/8/layout/vProcess5"/>
    <dgm:cxn modelId="{066F44C6-DD77-42E7-9F76-A43927D69118}" type="presOf" srcId="{2271BFB2-D8DA-42A0-8D7E-DB2C3241F5F6}" destId="{35BB5834-9194-4AEB-A362-3DF31ECAB8F7}" srcOrd="1" destOrd="0" presId="urn:microsoft.com/office/officeart/2005/8/layout/vProcess5"/>
    <dgm:cxn modelId="{9815D1E7-2FE5-47FB-9D2C-CBD4A9A8DD2A}" type="presOf" srcId="{693086EC-DB9E-4C14-8239-544BD10A8896}" destId="{FECDFC74-C1FB-4D61-BC77-B775159E87C3}" srcOrd="0" destOrd="0" presId="urn:microsoft.com/office/officeart/2005/8/layout/vProcess5"/>
    <dgm:cxn modelId="{3F8637FC-2CB7-41D2-977D-595103847ADE}" type="presOf" srcId="{830D96C9-CD7A-4AE9-8D8C-74489E6C1769}" destId="{04651159-2736-491F-9B27-E3D815BE2EA9}" srcOrd="0" destOrd="0" presId="urn:microsoft.com/office/officeart/2005/8/layout/vProcess5"/>
    <dgm:cxn modelId="{84F632ED-92D7-4501-8280-705DA2433BB0}" type="presParOf" srcId="{FECDFC74-C1FB-4D61-BC77-B775159E87C3}" destId="{756E6A8F-4DCC-4A6E-85F7-2498FF6D8A6D}" srcOrd="0" destOrd="0" presId="urn:microsoft.com/office/officeart/2005/8/layout/vProcess5"/>
    <dgm:cxn modelId="{0C207E2C-361E-4604-AFD2-BB2F47FB0B31}" type="presParOf" srcId="{FECDFC74-C1FB-4D61-BC77-B775159E87C3}" destId="{639B4926-67EE-47C4-A967-418C42CAE149}" srcOrd="1" destOrd="0" presId="urn:microsoft.com/office/officeart/2005/8/layout/vProcess5"/>
    <dgm:cxn modelId="{E26BD2B0-B4CF-4621-9679-0396976CA165}" type="presParOf" srcId="{FECDFC74-C1FB-4D61-BC77-B775159E87C3}" destId="{04651159-2736-491F-9B27-E3D815BE2EA9}" srcOrd="2" destOrd="0" presId="urn:microsoft.com/office/officeart/2005/8/layout/vProcess5"/>
    <dgm:cxn modelId="{A96960EF-8916-4202-8452-1E6E0A201495}" type="presParOf" srcId="{FECDFC74-C1FB-4D61-BC77-B775159E87C3}" destId="{4DE730C9-26FD-4D2E-9DB4-5D9BBF8E2EFD}" srcOrd="3" destOrd="0" presId="urn:microsoft.com/office/officeart/2005/8/layout/vProcess5"/>
    <dgm:cxn modelId="{6115BFCE-2B4D-405B-997F-8AA475393EF0}" type="presParOf" srcId="{FECDFC74-C1FB-4D61-BC77-B775159E87C3}" destId="{9B8EA6E2-2076-42B1-BF6A-9CFD95150C2F}" srcOrd="4" destOrd="0" presId="urn:microsoft.com/office/officeart/2005/8/layout/vProcess5"/>
    <dgm:cxn modelId="{E9EF3E4C-B7BD-4937-98FA-B83F735E8140}" type="presParOf" srcId="{FECDFC74-C1FB-4D61-BC77-B775159E87C3}" destId="{DBA885E9-CF71-480B-861D-CABB914A50C8}" srcOrd="5" destOrd="0" presId="urn:microsoft.com/office/officeart/2005/8/layout/vProcess5"/>
    <dgm:cxn modelId="{DEE91C00-8DED-48D6-B7CA-B7FF51DFBC90}" type="presParOf" srcId="{FECDFC74-C1FB-4D61-BC77-B775159E87C3}" destId="{FDFFB610-5C59-43ED-A5CF-A55F80AB937A}" srcOrd="6" destOrd="0" presId="urn:microsoft.com/office/officeart/2005/8/layout/vProcess5"/>
    <dgm:cxn modelId="{71A953C0-DDB1-49BD-BFF0-2D17FE7958B6}" type="presParOf" srcId="{FECDFC74-C1FB-4D61-BC77-B775159E87C3}" destId="{3A2021F1-7181-4936-AC7D-CA1EF5BEA451}" srcOrd="7" destOrd="0" presId="urn:microsoft.com/office/officeart/2005/8/layout/vProcess5"/>
    <dgm:cxn modelId="{2FBC3FEC-E920-4652-B307-BE82467C4439}" type="presParOf" srcId="{FECDFC74-C1FB-4D61-BC77-B775159E87C3}" destId="{CD6C73F5-9E6E-442A-9557-06AB382E003A}" srcOrd="8" destOrd="0" presId="urn:microsoft.com/office/officeart/2005/8/layout/vProcess5"/>
    <dgm:cxn modelId="{CC853A19-108F-45AB-8148-41B9736927B4}" type="presParOf" srcId="{FECDFC74-C1FB-4D61-BC77-B775159E87C3}" destId="{5217383E-EDE4-49B7-896A-1BA39AAC3B9A}" srcOrd="9" destOrd="0" presId="urn:microsoft.com/office/officeart/2005/8/layout/vProcess5"/>
    <dgm:cxn modelId="{C981C5B8-E756-4C4B-BC7E-E26D134B7DA5}" type="presParOf" srcId="{FECDFC74-C1FB-4D61-BC77-B775159E87C3}" destId="{050318F6-6B0E-4DE6-B3AB-A444F48D43AE}" srcOrd="10" destOrd="0" presId="urn:microsoft.com/office/officeart/2005/8/layout/vProcess5"/>
    <dgm:cxn modelId="{36564BFA-8E94-4B67-B186-3AEBBE348013}" type="presParOf" srcId="{FECDFC74-C1FB-4D61-BC77-B775159E87C3}" destId="{35BB5834-9194-4AEB-A362-3DF31ECAB8F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633615-8CCC-458D-891B-7385A333F309}" type="doc">
      <dgm:prSet loTypeId="urn:microsoft.com/office/officeart/2024/3/layout/BulletTimelineDefaultVariant" loCatId="Timeline" qsTypeId="urn:microsoft.com/office/officeart/2005/8/quickstyle/simple1" qsCatId="simple" csTypeId="urn:microsoft.com/office/officeart/2005/8/colors/BulletTimelineDefaultColorVariant" csCatId="other" phldr="1"/>
      <dgm:spPr/>
      <dgm:t>
        <a:bodyPr/>
        <a:lstStyle/>
        <a:p>
          <a:endParaRPr lang="en-US"/>
        </a:p>
      </dgm:t>
    </dgm:pt>
    <dgm:pt modelId="{A099C1B2-3029-4BFA-AB66-6D3F66180782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ADEE8768-AAA8-47BA-86FD-EE9A9D229759}" type="parTrans" cxnId="{BC21871E-E1B0-4F1B-A65D-490ECE5FD777}">
      <dgm:prSet/>
      <dgm:spPr/>
      <dgm:t>
        <a:bodyPr/>
        <a:lstStyle/>
        <a:p>
          <a:endParaRPr lang="en-US"/>
        </a:p>
      </dgm:t>
    </dgm:pt>
    <dgm:pt modelId="{C0A42B21-C427-4B04-B1A5-4BCCD3140EAD}" type="sibTrans" cxnId="{BC21871E-E1B0-4F1B-A65D-490ECE5FD777}">
      <dgm:prSet/>
      <dgm:spPr/>
      <dgm:t>
        <a:bodyPr/>
        <a:lstStyle/>
        <a:p>
          <a:endParaRPr lang="en-US"/>
        </a:p>
      </dgm:t>
    </dgm:pt>
    <dgm:pt modelId="{D607C6CD-B7B3-4DF9-BA3C-F180BDD4B6A6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6C4E874D-51E4-4297-BA43-1C238C00CF11}" type="parTrans" cxnId="{9E5D3648-A14D-49BB-BABB-B2B468D6ACB2}">
      <dgm:prSet/>
      <dgm:spPr/>
      <dgm:t>
        <a:bodyPr/>
        <a:lstStyle/>
        <a:p>
          <a:endParaRPr lang="en-US"/>
        </a:p>
      </dgm:t>
    </dgm:pt>
    <dgm:pt modelId="{51495D5F-F2F2-45CA-BBFB-CFB9821474EE}" type="sibTrans" cxnId="{9E5D3648-A14D-49BB-BABB-B2B468D6ACB2}">
      <dgm:prSet/>
      <dgm:spPr/>
      <dgm:t>
        <a:bodyPr/>
        <a:lstStyle/>
        <a:p>
          <a:endParaRPr lang="en-US"/>
        </a:p>
      </dgm:t>
    </dgm:pt>
    <dgm:pt modelId="{4D916AFD-B53D-4659-8867-00263214EB63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8E0AB53B-C7FF-4522-9DAC-2D1DAA374168}" type="parTrans" cxnId="{B43FB71B-5BDA-43C9-AD24-4C03E564320A}">
      <dgm:prSet/>
      <dgm:spPr/>
      <dgm:t>
        <a:bodyPr/>
        <a:lstStyle/>
        <a:p>
          <a:endParaRPr lang="en-US"/>
        </a:p>
      </dgm:t>
    </dgm:pt>
    <dgm:pt modelId="{FF65AA25-76DF-44AC-9068-68394FFDD5FC}" type="sibTrans" cxnId="{B43FB71B-5BDA-43C9-AD24-4C03E564320A}">
      <dgm:prSet/>
      <dgm:spPr/>
      <dgm:t>
        <a:bodyPr/>
        <a:lstStyle/>
        <a:p>
          <a:endParaRPr lang="en-US"/>
        </a:p>
      </dgm:t>
    </dgm:pt>
    <dgm:pt modelId="{54EA9279-0F63-4E4D-95C2-45B134FE68CF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1E65E2A1-6476-4AFB-946F-0B0B45734462}" type="parTrans" cxnId="{A209D3C7-0B4D-4453-B3E1-0B7C40C381E5}">
      <dgm:prSet/>
      <dgm:spPr/>
      <dgm:t>
        <a:bodyPr/>
        <a:lstStyle/>
        <a:p>
          <a:endParaRPr lang="en-US"/>
        </a:p>
      </dgm:t>
    </dgm:pt>
    <dgm:pt modelId="{0A501D2F-8B7F-43AB-94F3-196C8B38CE01}" type="sibTrans" cxnId="{A209D3C7-0B4D-4453-B3E1-0B7C40C381E5}">
      <dgm:prSet/>
      <dgm:spPr/>
      <dgm:t>
        <a:bodyPr/>
        <a:lstStyle/>
        <a:p>
          <a:endParaRPr lang="en-US"/>
        </a:p>
      </dgm:t>
    </dgm:pt>
    <dgm:pt modelId="{1ADE5FE2-71AF-4D89-95DA-3E9F4593EC7E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EE3CDED1-F991-428E-BF37-1CA972F8B82F}" type="parTrans" cxnId="{FE8032AC-24C0-49BA-B48C-5855A356D03E}">
      <dgm:prSet/>
      <dgm:spPr/>
      <dgm:t>
        <a:bodyPr/>
        <a:lstStyle/>
        <a:p>
          <a:endParaRPr lang="en-US"/>
        </a:p>
      </dgm:t>
    </dgm:pt>
    <dgm:pt modelId="{BFB437CA-CA48-4AF6-B6A5-D0B1A8645CB1}" type="sibTrans" cxnId="{FE8032AC-24C0-49BA-B48C-5855A356D03E}">
      <dgm:prSet/>
      <dgm:spPr/>
      <dgm:t>
        <a:bodyPr/>
        <a:lstStyle/>
        <a:p>
          <a:endParaRPr lang="en-US"/>
        </a:p>
      </dgm:t>
    </dgm:pt>
    <dgm:pt modelId="{5F428DDB-7396-4F70-8E37-C27D6A522DFD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397133DB-E0B5-4154-99F1-7B14291982ED}" type="parTrans" cxnId="{F2AF116E-5C2F-4D9C-A4F4-FDF23B6086F3}">
      <dgm:prSet/>
      <dgm:spPr/>
      <dgm:t>
        <a:bodyPr/>
        <a:lstStyle/>
        <a:p>
          <a:endParaRPr lang="en-US"/>
        </a:p>
      </dgm:t>
    </dgm:pt>
    <dgm:pt modelId="{68A41558-C3D4-4C05-A59A-3D74E88F3C49}" type="sibTrans" cxnId="{F2AF116E-5C2F-4D9C-A4F4-FDF23B6086F3}">
      <dgm:prSet/>
      <dgm:spPr/>
      <dgm:t>
        <a:bodyPr/>
        <a:lstStyle/>
        <a:p>
          <a:endParaRPr lang="en-US"/>
        </a:p>
      </dgm:t>
    </dgm:pt>
    <dgm:pt modelId="{DE25DE21-0C32-4197-A56C-8EBD44E3430B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A6E9BB3D-508B-48D9-BC9F-070D5123EFDA}" type="parTrans" cxnId="{C84963C7-6BB2-44D5-A7B4-5DC6F4FCB400}">
      <dgm:prSet/>
      <dgm:spPr/>
      <dgm:t>
        <a:bodyPr/>
        <a:lstStyle/>
        <a:p>
          <a:endParaRPr lang="en-US"/>
        </a:p>
      </dgm:t>
    </dgm:pt>
    <dgm:pt modelId="{17678519-F4E9-461D-8241-8DB280C39D8D}" type="sibTrans" cxnId="{C84963C7-6BB2-44D5-A7B4-5DC6F4FCB400}">
      <dgm:prSet/>
      <dgm:spPr/>
      <dgm:t>
        <a:bodyPr/>
        <a:lstStyle/>
        <a:p>
          <a:endParaRPr lang="en-US"/>
        </a:p>
      </dgm:t>
    </dgm:pt>
    <dgm:pt modelId="{2D78F4A2-BB40-4886-834B-9AED35B64D83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E10FE579-F571-4C37-8639-A96956D711A4}" type="parTrans" cxnId="{217FF88D-1C29-40A6-8B8D-9FB763027004}">
      <dgm:prSet/>
      <dgm:spPr/>
      <dgm:t>
        <a:bodyPr/>
        <a:lstStyle/>
        <a:p>
          <a:endParaRPr lang="en-US"/>
        </a:p>
      </dgm:t>
    </dgm:pt>
    <dgm:pt modelId="{EE52B617-D7FE-411E-8235-13B9EBF9F052}" type="sibTrans" cxnId="{217FF88D-1C29-40A6-8B8D-9FB763027004}">
      <dgm:prSet/>
      <dgm:spPr/>
      <dgm:t>
        <a:bodyPr/>
        <a:lstStyle/>
        <a:p>
          <a:endParaRPr lang="en-US"/>
        </a:p>
      </dgm:t>
    </dgm:pt>
    <dgm:pt modelId="{01E8137D-DB9C-4C26-ADB2-422A2F0160E0}">
      <dgm:prSet/>
      <dgm:spPr/>
      <dgm:t>
        <a:bodyPr/>
        <a:lstStyle/>
        <a:p>
          <a:pPr>
            <a:defRPr b="1"/>
          </a:pPr>
          <a:r>
            <a:rPr lang="en-US"/>
            <a:t>Add an event</a:t>
          </a:r>
        </a:p>
      </dgm:t>
    </dgm:pt>
    <dgm:pt modelId="{BA8E823F-EDE0-4C98-99B5-AA0292843D36}" type="parTrans" cxnId="{338564DB-6C21-43C8-93F2-2A44ED883AC8}">
      <dgm:prSet/>
      <dgm:spPr/>
      <dgm:t>
        <a:bodyPr/>
        <a:lstStyle/>
        <a:p>
          <a:endParaRPr lang="en-US"/>
        </a:p>
      </dgm:t>
    </dgm:pt>
    <dgm:pt modelId="{13C283C8-6BEC-4651-849C-B9612155CDF0}" type="sibTrans" cxnId="{338564DB-6C21-43C8-93F2-2A44ED883AC8}">
      <dgm:prSet/>
      <dgm:spPr/>
      <dgm:t>
        <a:bodyPr/>
        <a:lstStyle/>
        <a:p>
          <a:endParaRPr lang="en-US"/>
        </a:p>
      </dgm:t>
    </dgm:pt>
    <dgm:pt modelId="{91FF5157-8EBA-4764-9548-DAB834F8CADB}">
      <dgm:prSet/>
      <dgm:spPr/>
      <dgm:t>
        <a:bodyPr/>
        <a:lstStyle/>
        <a:p>
          <a:r>
            <a:rPr lang="en-US"/>
            <a:t>Write a description of the significance of this event</a:t>
          </a:r>
        </a:p>
      </dgm:t>
    </dgm:pt>
    <dgm:pt modelId="{EA81F6A7-6B53-415D-85A7-60430B64DB37}" type="parTrans" cxnId="{0D54398A-1334-435B-9036-2C22BC508505}">
      <dgm:prSet/>
      <dgm:spPr/>
      <dgm:t>
        <a:bodyPr/>
        <a:lstStyle/>
        <a:p>
          <a:endParaRPr lang="en-US"/>
        </a:p>
      </dgm:t>
    </dgm:pt>
    <dgm:pt modelId="{07F1F3F4-09FD-48A5-A3C4-F0B36956944A}" type="sibTrans" cxnId="{0D54398A-1334-435B-9036-2C22BC508505}">
      <dgm:prSet/>
      <dgm:spPr/>
      <dgm:t>
        <a:bodyPr/>
        <a:lstStyle/>
        <a:p>
          <a:endParaRPr lang="en-US"/>
        </a:p>
      </dgm:t>
    </dgm:pt>
    <dgm:pt modelId="{F41572DD-374C-4049-A541-B5617C9842A0}" type="pres">
      <dgm:prSet presAssocID="{89633615-8CCC-458D-891B-7385A333F309}" presName="root" presStyleCnt="0">
        <dgm:presLayoutVars>
          <dgm:chMax/>
          <dgm:chPref/>
          <dgm:animLvl val="lvl"/>
        </dgm:presLayoutVars>
      </dgm:prSet>
      <dgm:spPr/>
    </dgm:pt>
    <dgm:pt modelId="{5AF6052E-4BCD-4D83-8A3F-1A91B6A653AA}" type="pres">
      <dgm:prSet presAssocID="{89633615-8CCC-458D-891B-7385A333F309}" presName="divider" presStyleLbl="fgAcc1" presStyleIdx="0" presStyleCnt="1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624BCA36-DB6F-4411-B4F9-879289FA23B5}" type="pres">
      <dgm:prSet presAssocID="{89633615-8CCC-458D-891B-7385A333F309}" presName="nodes" presStyleCnt="0">
        <dgm:presLayoutVars>
          <dgm:chMax/>
          <dgm:chPref/>
          <dgm:animLvl val="lvl"/>
        </dgm:presLayoutVars>
      </dgm:prSet>
      <dgm:spPr/>
    </dgm:pt>
    <dgm:pt modelId="{D5570498-1022-42BC-AAF7-2B87DD8695E5}" type="pres">
      <dgm:prSet presAssocID="{A099C1B2-3029-4BFA-AB66-6D3F66180782}" presName="composite" presStyleCnt="0"/>
      <dgm:spPr/>
    </dgm:pt>
    <dgm:pt modelId="{1BD5415D-DF0E-413F-98A8-7A62B20DB395}" type="pres">
      <dgm:prSet presAssocID="{A099C1B2-3029-4BFA-AB66-6D3F66180782}" presName="ConnectorPoint" presStyleLbl="lnNode1" presStyleIdx="0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F08663FC-07C8-454D-AEF8-5DE7F9B9F223}" type="pres">
      <dgm:prSet presAssocID="{A099C1B2-3029-4BFA-AB66-6D3F66180782}" presName="DropPinPlaceHolder" presStyleCnt="0"/>
      <dgm:spPr/>
    </dgm:pt>
    <dgm:pt modelId="{0D3CD329-4335-4188-8148-130CAD36E2AB}" type="pres">
      <dgm:prSet presAssocID="{A099C1B2-3029-4BFA-AB66-6D3F66180782}" presName="DropPin" presStyleLbl="revTx" presStyleIdx="0" presStyleCnt="15"/>
      <dgm:spPr/>
    </dgm:pt>
    <dgm:pt modelId="{C9B8675E-FB11-487C-A2DE-5CA99FC9807E}" type="pres">
      <dgm:prSet presAssocID="{A099C1B2-3029-4BFA-AB66-6D3F66180782}" presName="Ellipse" presStyleLbl="node2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C7F6B39F-42D9-49F7-B4DB-F72419D8C994}" type="pres">
      <dgm:prSet presAssocID="{A099C1B2-3029-4BFA-AB66-6D3F66180782}" presName="L2TextContainer" presStyleLbl="revTx" presStyleIdx="1" presStyleCnt="15">
        <dgm:presLayoutVars>
          <dgm:bulletEnabled val="1"/>
        </dgm:presLayoutVars>
      </dgm:prSet>
      <dgm:spPr/>
    </dgm:pt>
    <dgm:pt modelId="{43A0F662-E920-4C7E-9A95-0EB5CE3A2BAF}" type="pres">
      <dgm:prSet presAssocID="{A099C1B2-3029-4BFA-AB66-6D3F66180782}" presName="L1TextContainer" presStyleLbl="revTx" presStyleIdx="2" presStyleCnt="15">
        <dgm:presLayoutVars>
          <dgm:chMax val="1"/>
          <dgm:chPref val="1"/>
          <dgm:bulletEnabled val="1"/>
        </dgm:presLayoutVars>
      </dgm:prSet>
      <dgm:spPr/>
    </dgm:pt>
    <dgm:pt modelId="{BAF60C2E-8E83-494C-857D-8CE10FB422E1}" type="pres">
      <dgm:prSet presAssocID="{A099C1B2-3029-4BFA-AB66-6D3F66180782}" presName="ConnectLine" presStyleLbl="sibTrans1D1" presStyleIdx="0" presStyleCnt="5"/>
      <dgm:spPr/>
    </dgm:pt>
    <dgm:pt modelId="{457EDEE5-DD19-4ABB-A04E-F0D542AEE827}" type="pres">
      <dgm:prSet presAssocID="{A099C1B2-3029-4BFA-AB66-6D3F66180782}" presName="EmptyPlaceHolder" presStyleCnt="0"/>
      <dgm:spPr/>
    </dgm:pt>
    <dgm:pt modelId="{67B0CDF7-A846-45EC-A3EE-1C863EB5539F}" type="pres">
      <dgm:prSet presAssocID="{C0A42B21-C427-4B04-B1A5-4BCCD3140EAD}" presName="spaceBetweenRectangles" presStyleCnt="0"/>
      <dgm:spPr/>
    </dgm:pt>
    <dgm:pt modelId="{E87EF406-947D-47B8-8D31-602263E79162}" type="pres">
      <dgm:prSet presAssocID="{4D916AFD-B53D-4659-8867-00263214EB63}" presName="composite" presStyleCnt="0"/>
      <dgm:spPr/>
    </dgm:pt>
    <dgm:pt modelId="{CC6E132B-2673-48C7-AF03-F7ABFA1086B1}" type="pres">
      <dgm:prSet presAssocID="{4D916AFD-B53D-4659-8867-00263214EB63}" presName="ConnectorPoint" presStyleLbl="lnNode1" presStyleIdx="1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EDA607DA-2FAA-49D9-AF04-5BD7901B687C}" type="pres">
      <dgm:prSet presAssocID="{4D916AFD-B53D-4659-8867-00263214EB63}" presName="DropPinPlaceHolder" presStyleCnt="0"/>
      <dgm:spPr/>
    </dgm:pt>
    <dgm:pt modelId="{1D9B65BD-9068-4B2C-9EBA-7C7A6CF8FF76}" type="pres">
      <dgm:prSet presAssocID="{4D916AFD-B53D-4659-8867-00263214EB63}" presName="DropPin" presStyleLbl="revTx" presStyleIdx="3" presStyleCnt="15"/>
      <dgm:spPr/>
    </dgm:pt>
    <dgm:pt modelId="{B5C80E8B-CFE7-4A60-A3BA-46D4E6C66473}" type="pres">
      <dgm:prSet presAssocID="{4D916AFD-B53D-4659-8867-00263214EB63}" presName="Ellipse" presStyleLbl="node2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B669BFD4-5E7B-40CD-B749-436E34A438F6}" type="pres">
      <dgm:prSet presAssocID="{4D916AFD-B53D-4659-8867-00263214EB63}" presName="L2TextContainer" presStyleLbl="revTx" presStyleIdx="4" presStyleCnt="15">
        <dgm:presLayoutVars>
          <dgm:bulletEnabled val="1"/>
        </dgm:presLayoutVars>
      </dgm:prSet>
      <dgm:spPr/>
    </dgm:pt>
    <dgm:pt modelId="{1CFB54D3-3E48-4C19-9726-A458214C7E99}" type="pres">
      <dgm:prSet presAssocID="{4D916AFD-B53D-4659-8867-00263214EB63}" presName="L1TextContainer" presStyleLbl="revTx" presStyleIdx="5" presStyleCnt="15">
        <dgm:presLayoutVars>
          <dgm:chMax val="1"/>
          <dgm:chPref val="1"/>
          <dgm:bulletEnabled val="1"/>
        </dgm:presLayoutVars>
      </dgm:prSet>
      <dgm:spPr/>
    </dgm:pt>
    <dgm:pt modelId="{C6060E66-8C87-474D-863C-22F2A203482A}" type="pres">
      <dgm:prSet presAssocID="{4D916AFD-B53D-4659-8867-00263214EB63}" presName="ConnectLine" presStyleLbl="sibTrans1D1" presStyleIdx="1" presStyleCnt="5"/>
      <dgm:spPr/>
    </dgm:pt>
    <dgm:pt modelId="{32D409EC-ECE2-4BA5-8FC2-D4086AF6EC26}" type="pres">
      <dgm:prSet presAssocID="{4D916AFD-B53D-4659-8867-00263214EB63}" presName="EmptyPlaceHolder" presStyleCnt="0"/>
      <dgm:spPr/>
    </dgm:pt>
    <dgm:pt modelId="{22D1CFE3-5F44-4119-B5C5-BB6674C72FD1}" type="pres">
      <dgm:prSet presAssocID="{FF65AA25-76DF-44AC-9068-68394FFDD5FC}" presName="spaceBetweenRectangles" presStyleCnt="0"/>
      <dgm:spPr/>
    </dgm:pt>
    <dgm:pt modelId="{E5A9388B-95A5-48A5-B2FC-8A9A2CFFC022}" type="pres">
      <dgm:prSet presAssocID="{1ADE5FE2-71AF-4D89-95DA-3E9F4593EC7E}" presName="composite" presStyleCnt="0"/>
      <dgm:spPr/>
    </dgm:pt>
    <dgm:pt modelId="{15A8114A-C947-48B4-BA99-97284F9E4559}" type="pres">
      <dgm:prSet presAssocID="{1ADE5FE2-71AF-4D89-95DA-3E9F4593EC7E}" presName="ConnectorPoint" presStyleLbl="lnNode1" presStyleIdx="2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DC80879-4D17-405E-A497-020C8065BFA3}" type="pres">
      <dgm:prSet presAssocID="{1ADE5FE2-71AF-4D89-95DA-3E9F4593EC7E}" presName="DropPinPlaceHolder" presStyleCnt="0"/>
      <dgm:spPr/>
    </dgm:pt>
    <dgm:pt modelId="{DD1577BA-55DD-4652-8B11-6C31A3782D03}" type="pres">
      <dgm:prSet presAssocID="{1ADE5FE2-71AF-4D89-95DA-3E9F4593EC7E}" presName="DropPin" presStyleLbl="revTx" presStyleIdx="6" presStyleCnt="15"/>
      <dgm:spPr/>
    </dgm:pt>
    <dgm:pt modelId="{861FD5FF-9316-47A0-AD24-6037E982630F}" type="pres">
      <dgm:prSet presAssocID="{1ADE5FE2-71AF-4D89-95DA-3E9F4593EC7E}" presName="Ellipse" presStyleLbl="node2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2B301C85-9EB8-48F3-99B9-631FFE272E59}" type="pres">
      <dgm:prSet presAssocID="{1ADE5FE2-71AF-4D89-95DA-3E9F4593EC7E}" presName="L2TextContainer" presStyleLbl="revTx" presStyleIdx="7" presStyleCnt="15">
        <dgm:presLayoutVars>
          <dgm:bulletEnabled val="1"/>
        </dgm:presLayoutVars>
      </dgm:prSet>
      <dgm:spPr/>
    </dgm:pt>
    <dgm:pt modelId="{E457D5E1-E7D0-4C67-ABF1-0CF45BE16A30}" type="pres">
      <dgm:prSet presAssocID="{1ADE5FE2-71AF-4D89-95DA-3E9F4593EC7E}" presName="L1TextContainer" presStyleLbl="revTx" presStyleIdx="8" presStyleCnt="15">
        <dgm:presLayoutVars>
          <dgm:chMax val="1"/>
          <dgm:chPref val="1"/>
          <dgm:bulletEnabled val="1"/>
        </dgm:presLayoutVars>
      </dgm:prSet>
      <dgm:spPr/>
    </dgm:pt>
    <dgm:pt modelId="{498FA1F3-59D4-445A-B666-CEE3E7FCFD22}" type="pres">
      <dgm:prSet presAssocID="{1ADE5FE2-71AF-4D89-95DA-3E9F4593EC7E}" presName="ConnectLine" presStyleLbl="sibTrans1D1" presStyleIdx="2" presStyleCnt="5"/>
      <dgm:spPr/>
    </dgm:pt>
    <dgm:pt modelId="{FDA91DFC-37FF-4E62-9DBC-24F6B22329A2}" type="pres">
      <dgm:prSet presAssocID="{1ADE5FE2-71AF-4D89-95DA-3E9F4593EC7E}" presName="EmptyPlaceHolder" presStyleCnt="0"/>
      <dgm:spPr/>
    </dgm:pt>
    <dgm:pt modelId="{2A435910-55FB-402B-990E-E07F9F93FA46}" type="pres">
      <dgm:prSet presAssocID="{BFB437CA-CA48-4AF6-B6A5-D0B1A8645CB1}" presName="spaceBetweenRectangles" presStyleCnt="0"/>
      <dgm:spPr/>
    </dgm:pt>
    <dgm:pt modelId="{688052E2-62E4-4EDC-81D5-74D19BFD408D}" type="pres">
      <dgm:prSet presAssocID="{DE25DE21-0C32-4197-A56C-8EBD44E3430B}" presName="composite" presStyleCnt="0"/>
      <dgm:spPr/>
    </dgm:pt>
    <dgm:pt modelId="{42741BFD-3DF1-42F3-BE12-B66A1A2A3FBC}" type="pres">
      <dgm:prSet presAssocID="{DE25DE21-0C32-4197-A56C-8EBD44E3430B}" presName="ConnectorPoint" presStyleLbl="lnNode1" presStyleIdx="3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FF0FCDF-04D8-434D-8CAD-6389A00B2DD2}" type="pres">
      <dgm:prSet presAssocID="{DE25DE21-0C32-4197-A56C-8EBD44E3430B}" presName="DropPinPlaceHolder" presStyleCnt="0"/>
      <dgm:spPr/>
    </dgm:pt>
    <dgm:pt modelId="{BB401FAC-B3FC-4594-839D-0C861ABE1F4A}" type="pres">
      <dgm:prSet presAssocID="{DE25DE21-0C32-4197-A56C-8EBD44E3430B}" presName="DropPin" presStyleLbl="revTx" presStyleIdx="9" presStyleCnt="15"/>
      <dgm:spPr/>
    </dgm:pt>
    <dgm:pt modelId="{B607545E-FAD5-45D8-BBB5-C92A4D7F7393}" type="pres">
      <dgm:prSet presAssocID="{DE25DE21-0C32-4197-A56C-8EBD44E3430B}" presName="Ellipse" presStyleLbl="node2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23647747-FA82-4832-B237-476E6853F384}" type="pres">
      <dgm:prSet presAssocID="{DE25DE21-0C32-4197-A56C-8EBD44E3430B}" presName="L2TextContainer" presStyleLbl="revTx" presStyleIdx="10" presStyleCnt="15">
        <dgm:presLayoutVars>
          <dgm:bulletEnabled val="1"/>
        </dgm:presLayoutVars>
      </dgm:prSet>
      <dgm:spPr/>
    </dgm:pt>
    <dgm:pt modelId="{F5769F1E-547A-4E2B-83B7-3BC5C9535274}" type="pres">
      <dgm:prSet presAssocID="{DE25DE21-0C32-4197-A56C-8EBD44E3430B}" presName="L1TextContainer" presStyleLbl="revTx" presStyleIdx="11" presStyleCnt="15">
        <dgm:presLayoutVars>
          <dgm:chMax val="1"/>
          <dgm:chPref val="1"/>
          <dgm:bulletEnabled val="1"/>
        </dgm:presLayoutVars>
      </dgm:prSet>
      <dgm:spPr/>
    </dgm:pt>
    <dgm:pt modelId="{007CDE27-4ADF-43C5-A67D-E35AF8AF6080}" type="pres">
      <dgm:prSet presAssocID="{DE25DE21-0C32-4197-A56C-8EBD44E3430B}" presName="ConnectLine" presStyleLbl="sibTrans1D1" presStyleIdx="3" presStyleCnt="5"/>
      <dgm:spPr/>
    </dgm:pt>
    <dgm:pt modelId="{A3EAF426-27A7-404B-B59A-7A2A4AB87067}" type="pres">
      <dgm:prSet presAssocID="{DE25DE21-0C32-4197-A56C-8EBD44E3430B}" presName="EmptyPlaceHolder" presStyleCnt="0"/>
      <dgm:spPr/>
    </dgm:pt>
    <dgm:pt modelId="{A1E96C7B-7EF0-4941-BAF6-14E88A32172C}" type="pres">
      <dgm:prSet presAssocID="{17678519-F4E9-461D-8241-8DB280C39D8D}" presName="spaceBetweenRectangles" presStyleCnt="0"/>
      <dgm:spPr/>
    </dgm:pt>
    <dgm:pt modelId="{F4AE61EE-FAEC-46E6-B1E8-B426BCB8D7AC}" type="pres">
      <dgm:prSet presAssocID="{01E8137D-DB9C-4C26-ADB2-422A2F0160E0}" presName="composite" presStyleCnt="0"/>
      <dgm:spPr/>
    </dgm:pt>
    <dgm:pt modelId="{5599D31E-7C1B-48E5-8574-A49D801FE9B5}" type="pres">
      <dgm:prSet presAssocID="{01E8137D-DB9C-4C26-ADB2-422A2F0160E0}" presName="ConnectorPoint" presStyleLbl="lnNode1" presStyleIdx="4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A679D264-3D4C-405D-A921-1BED4C0BEA3A}" type="pres">
      <dgm:prSet presAssocID="{01E8137D-DB9C-4C26-ADB2-422A2F0160E0}" presName="DropPinPlaceHolder" presStyleCnt="0"/>
      <dgm:spPr/>
    </dgm:pt>
    <dgm:pt modelId="{8363BC4B-B9C1-4C8D-9FEA-E23DC91FE400}" type="pres">
      <dgm:prSet presAssocID="{01E8137D-DB9C-4C26-ADB2-422A2F0160E0}" presName="DropPin" presStyleLbl="revTx" presStyleIdx="12" presStyleCnt="15"/>
      <dgm:spPr/>
    </dgm:pt>
    <dgm:pt modelId="{5FB877AF-2460-4FA8-A7A5-005D0C4B2515}" type="pres">
      <dgm:prSet presAssocID="{01E8137D-DB9C-4C26-ADB2-422A2F0160E0}" presName="Ellipse" presStyleLbl="node2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D15B5441-5602-471B-BCB8-6765ED5C5404}" type="pres">
      <dgm:prSet presAssocID="{01E8137D-DB9C-4C26-ADB2-422A2F0160E0}" presName="L2TextContainer" presStyleLbl="revTx" presStyleIdx="13" presStyleCnt="15">
        <dgm:presLayoutVars>
          <dgm:bulletEnabled val="1"/>
        </dgm:presLayoutVars>
      </dgm:prSet>
      <dgm:spPr/>
    </dgm:pt>
    <dgm:pt modelId="{47DA81F5-4189-4FC4-BCD9-77EDDBBE0DD7}" type="pres">
      <dgm:prSet presAssocID="{01E8137D-DB9C-4C26-ADB2-422A2F0160E0}" presName="L1TextContainer" presStyleLbl="revTx" presStyleIdx="14" presStyleCnt="15">
        <dgm:presLayoutVars>
          <dgm:chMax val="1"/>
          <dgm:chPref val="1"/>
          <dgm:bulletEnabled val="1"/>
        </dgm:presLayoutVars>
      </dgm:prSet>
      <dgm:spPr/>
    </dgm:pt>
    <dgm:pt modelId="{4071F992-43A2-4565-A993-211186352B2F}" type="pres">
      <dgm:prSet presAssocID="{01E8137D-DB9C-4C26-ADB2-422A2F0160E0}" presName="ConnectLine" presStyleLbl="sibTrans1D1" presStyleIdx="4" presStyleCnt="5"/>
      <dgm:spPr/>
    </dgm:pt>
    <dgm:pt modelId="{ACB38295-AB96-4139-BD21-A667DE920549}" type="pres">
      <dgm:prSet presAssocID="{01E8137D-DB9C-4C26-ADB2-422A2F0160E0}" presName="EmptyPlaceHolder" presStyleCnt="0"/>
      <dgm:spPr/>
    </dgm:pt>
  </dgm:ptLst>
  <dgm:cxnLst>
    <dgm:cxn modelId="{6BB89802-F6AC-402E-83C1-175A08B7E174}" type="presOf" srcId="{2D78F4A2-BB40-4886-834B-9AED35B64D83}" destId="{23647747-FA82-4832-B237-476E6853F384}" srcOrd="0" destOrd="0" presId="urn:microsoft.com/office/officeart/2024/3/layout/BulletTimelineDefaultVariant"/>
    <dgm:cxn modelId="{B43FB71B-5BDA-43C9-AD24-4C03E564320A}" srcId="{89633615-8CCC-458D-891B-7385A333F309}" destId="{4D916AFD-B53D-4659-8867-00263214EB63}" srcOrd="1" destOrd="0" parTransId="{8E0AB53B-C7FF-4522-9DAC-2D1DAA374168}" sibTransId="{FF65AA25-76DF-44AC-9068-68394FFDD5FC}"/>
    <dgm:cxn modelId="{BC21871E-E1B0-4F1B-A65D-490ECE5FD777}" srcId="{89633615-8CCC-458D-891B-7385A333F309}" destId="{A099C1B2-3029-4BFA-AB66-6D3F66180782}" srcOrd="0" destOrd="0" parTransId="{ADEE8768-AAA8-47BA-86FD-EE9A9D229759}" sibTransId="{C0A42B21-C427-4B04-B1A5-4BCCD3140EAD}"/>
    <dgm:cxn modelId="{D6C35328-623D-4DAB-B96B-0CC28E03AA6A}" type="presOf" srcId="{54EA9279-0F63-4E4D-95C2-45B134FE68CF}" destId="{B669BFD4-5E7B-40CD-B749-436E34A438F6}" srcOrd="0" destOrd="0" presId="urn:microsoft.com/office/officeart/2024/3/layout/BulletTimelineDefaultVariant"/>
    <dgm:cxn modelId="{8A2EB134-18D9-4410-B2C2-ADE97380626B}" type="presOf" srcId="{DE25DE21-0C32-4197-A56C-8EBD44E3430B}" destId="{F5769F1E-547A-4E2B-83B7-3BC5C9535274}" srcOrd="0" destOrd="0" presId="urn:microsoft.com/office/officeart/2024/3/layout/BulletTimelineDefaultVariant"/>
    <dgm:cxn modelId="{6EACF139-356B-4017-9F96-9D8680E9E801}" type="presOf" srcId="{89633615-8CCC-458D-891B-7385A333F309}" destId="{F41572DD-374C-4049-A541-B5617C9842A0}" srcOrd="0" destOrd="0" presId="urn:microsoft.com/office/officeart/2024/3/layout/BulletTimelineDefaultVariant"/>
    <dgm:cxn modelId="{9E5D3648-A14D-49BB-BABB-B2B468D6ACB2}" srcId="{A099C1B2-3029-4BFA-AB66-6D3F66180782}" destId="{D607C6CD-B7B3-4DF9-BA3C-F180BDD4B6A6}" srcOrd="0" destOrd="0" parTransId="{6C4E874D-51E4-4297-BA43-1C238C00CF11}" sibTransId="{51495D5F-F2F2-45CA-BBFB-CFB9821474EE}"/>
    <dgm:cxn modelId="{F2AF116E-5C2F-4D9C-A4F4-FDF23B6086F3}" srcId="{1ADE5FE2-71AF-4D89-95DA-3E9F4593EC7E}" destId="{5F428DDB-7396-4F70-8E37-C27D6A522DFD}" srcOrd="0" destOrd="0" parTransId="{397133DB-E0B5-4154-99F1-7B14291982ED}" sibTransId="{68A41558-C3D4-4C05-A59A-3D74E88F3C49}"/>
    <dgm:cxn modelId="{1988B558-24AA-4952-8D3D-7E39EABEAB50}" type="presOf" srcId="{01E8137D-DB9C-4C26-ADB2-422A2F0160E0}" destId="{47DA81F5-4189-4FC4-BCD9-77EDDBBE0DD7}" srcOrd="0" destOrd="0" presId="urn:microsoft.com/office/officeart/2024/3/layout/BulletTimelineDefaultVariant"/>
    <dgm:cxn modelId="{42FFF17D-17E8-45F4-8F3E-4E68CA586A98}" type="presOf" srcId="{1ADE5FE2-71AF-4D89-95DA-3E9F4593EC7E}" destId="{E457D5E1-E7D0-4C67-ABF1-0CF45BE16A30}" srcOrd="0" destOrd="0" presId="urn:microsoft.com/office/officeart/2024/3/layout/BulletTimelineDefaultVariant"/>
    <dgm:cxn modelId="{0D54398A-1334-435B-9036-2C22BC508505}" srcId="{01E8137D-DB9C-4C26-ADB2-422A2F0160E0}" destId="{91FF5157-8EBA-4764-9548-DAB834F8CADB}" srcOrd="0" destOrd="0" parTransId="{EA81F6A7-6B53-415D-85A7-60430B64DB37}" sibTransId="{07F1F3F4-09FD-48A5-A3C4-F0B36956944A}"/>
    <dgm:cxn modelId="{217FF88D-1C29-40A6-8B8D-9FB763027004}" srcId="{DE25DE21-0C32-4197-A56C-8EBD44E3430B}" destId="{2D78F4A2-BB40-4886-834B-9AED35B64D83}" srcOrd="0" destOrd="0" parTransId="{E10FE579-F571-4C37-8639-A96956D711A4}" sibTransId="{EE52B617-D7FE-411E-8235-13B9EBF9F052}"/>
    <dgm:cxn modelId="{FE8032AC-24C0-49BA-B48C-5855A356D03E}" srcId="{89633615-8CCC-458D-891B-7385A333F309}" destId="{1ADE5FE2-71AF-4D89-95DA-3E9F4593EC7E}" srcOrd="2" destOrd="0" parTransId="{EE3CDED1-F991-428E-BF37-1CA972F8B82F}" sibTransId="{BFB437CA-CA48-4AF6-B6A5-D0B1A8645CB1}"/>
    <dgm:cxn modelId="{A55710B8-17B8-4EF2-92B6-724B5CED3323}" type="presOf" srcId="{4D916AFD-B53D-4659-8867-00263214EB63}" destId="{1CFB54D3-3E48-4C19-9726-A458214C7E99}" srcOrd="0" destOrd="0" presId="urn:microsoft.com/office/officeart/2024/3/layout/BulletTimelineDefaultVariant"/>
    <dgm:cxn modelId="{C84963C7-6BB2-44D5-A7B4-5DC6F4FCB400}" srcId="{89633615-8CCC-458D-891B-7385A333F309}" destId="{DE25DE21-0C32-4197-A56C-8EBD44E3430B}" srcOrd="3" destOrd="0" parTransId="{A6E9BB3D-508B-48D9-BC9F-070D5123EFDA}" sibTransId="{17678519-F4E9-461D-8241-8DB280C39D8D}"/>
    <dgm:cxn modelId="{A209D3C7-0B4D-4453-B3E1-0B7C40C381E5}" srcId="{4D916AFD-B53D-4659-8867-00263214EB63}" destId="{54EA9279-0F63-4E4D-95C2-45B134FE68CF}" srcOrd="0" destOrd="0" parTransId="{1E65E2A1-6476-4AFB-946F-0B0B45734462}" sibTransId="{0A501D2F-8B7F-43AB-94F3-196C8B38CE01}"/>
    <dgm:cxn modelId="{338564DB-6C21-43C8-93F2-2A44ED883AC8}" srcId="{89633615-8CCC-458D-891B-7385A333F309}" destId="{01E8137D-DB9C-4C26-ADB2-422A2F0160E0}" srcOrd="4" destOrd="0" parTransId="{BA8E823F-EDE0-4C98-99B5-AA0292843D36}" sibTransId="{13C283C8-6BEC-4651-849C-B9612155CDF0}"/>
    <dgm:cxn modelId="{8BE6D6E4-9DA6-4F9A-8896-E565959C55C3}" type="presOf" srcId="{5F428DDB-7396-4F70-8E37-C27D6A522DFD}" destId="{2B301C85-9EB8-48F3-99B9-631FFE272E59}" srcOrd="0" destOrd="0" presId="urn:microsoft.com/office/officeart/2024/3/layout/BulletTimelineDefaultVariant"/>
    <dgm:cxn modelId="{16D25AEF-0B74-4FE8-9065-0DAAB09FB491}" type="presOf" srcId="{91FF5157-8EBA-4764-9548-DAB834F8CADB}" destId="{D15B5441-5602-471B-BCB8-6765ED5C5404}" srcOrd="0" destOrd="0" presId="urn:microsoft.com/office/officeart/2024/3/layout/BulletTimelineDefaultVariant"/>
    <dgm:cxn modelId="{DE0856F2-5779-48BE-B78B-FF331B71A046}" type="presOf" srcId="{A099C1B2-3029-4BFA-AB66-6D3F66180782}" destId="{43A0F662-E920-4C7E-9A95-0EB5CE3A2BAF}" srcOrd="0" destOrd="0" presId="urn:microsoft.com/office/officeart/2024/3/layout/BulletTimelineDefaultVariant"/>
    <dgm:cxn modelId="{6BFD13F8-3FE3-46A1-B269-8468642AC4BA}" type="presOf" srcId="{D607C6CD-B7B3-4DF9-BA3C-F180BDD4B6A6}" destId="{C7F6B39F-42D9-49F7-B4DB-F72419D8C994}" srcOrd="0" destOrd="0" presId="urn:microsoft.com/office/officeart/2024/3/layout/BulletTimelineDefaultVariant"/>
    <dgm:cxn modelId="{794C8279-E50F-4171-9516-CF85CCF3479D}" type="presParOf" srcId="{F41572DD-374C-4049-A541-B5617C9842A0}" destId="{5AF6052E-4BCD-4D83-8A3F-1A91B6A653AA}" srcOrd="0" destOrd="0" presId="urn:microsoft.com/office/officeart/2024/3/layout/BulletTimelineDefaultVariant"/>
    <dgm:cxn modelId="{C094E4EC-5773-42B2-B68C-886A180236D9}" type="presParOf" srcId="{F41572DD-374C-4049-A541-B5617C9842A0}" destId="{624BCA36-DB6F-4411-B4F9-879289FA23B5}" srcOrd="1" destOrd="0" presId="urn:microsoft.com/office/officeart/2024/3/layout/BulletTimelineDefaultVariant"/>
    <dgm:cxn modelId="{C4D56662-6997-4BBF-8B47-BFA62D47756F}" type="presParOf" srcId="{624BCA36-DB6F-4411-B4F9-879289FA23B5}" destId="{D5570498-1022-42BC-AAF7-2B87DD8695E5}" srcOrd="0" destOrd="0" presId="urn:microsoft.com/office/officeart/2024/3/layout/BulletTimelineDefaultVariant"/>
    <dgm:cxn modelId="{E97F3AF3-1EE4-4C56-99FD-6549254BC01B}" type="presParOf" srcId="{D5570498-1022-42BC-AAF7-2B87DD8695E5}" destId="{1BD5415D-DF0E-413F-98A8-7A62B20DB395}" srcOrd="0" destOrd="0" presId="urn:microsoft.com/office/officeart/2024/3/layout/BulletTimelineDefaultVariant"/>
    <dgm:cxn modelId="{9C879D73-F3FC-449C-A97E-E9BEBC979994}" type="presParOf" srcId="{D5570498-1022-42BC-AAF7-2B87DD8695E5}" destId="{F08663FC-07C8-454D-AEF8-5DE7F9B9F223}" srcOrd="1" destOrd="0" presId="urn:microsoft.com/office/officeart/2024/3/layout/BulletTimelineDefaultVariant"/>
    <dgm:cxn modelId="{A7C100DF-2450-45F9-A8B8-500ADE9DE96B}" type="presParOf" srcId="{F08663FC-07C8-454D-AEF8-5DE7F9B9F223}" destId="{0D3CD329-4335-4188-8148-130CAD36E2AB}" srcOrd="0" destOrd="0" presId="urn:microsoft.com/office/officeart/2024/3/layout/BulletTimelineDefaultVariant"/>
    <dgm:cxn modelId="{68EFF28C-F303-4519-BA15-4A2FEB323F8F}" type="presParOf" srcId="{F08663FC-07C8-454D-AEF8-5DE7F9B9F223}" destId="{C9B8675E-FB11-487C-A2DE-5CA99FC9807E}" srcOrd="1" destOrd="0" presId="urn:microsoft.com/office/officeart/2024/3/layout/BulletTimelineDefaultVariant"/>
    <dgm:cxn modelId="{E1699E7E-222A-42E4-9226-E3578BB75BB0}" type="presParOf" srcId="{D5570498-1022-42BC-AAF7-2B87DD8695E5}" destId="{C7F6B39F-42D9-49F7-B4DB-F72419D8C994}" srcOrd="2" destOrd="0" presId="urn:microsoft.com/office/officeart/2024/3/layout/BulletTimelineDefaultVariant"/>
    <dgm:cxn modelId="{82DBA18C-7A56-41E4-9EE8-5370303DDE13}" type="presParOf" srcId="{D5570498-1022-42BC-AAF7-2B87DD8695E5}" destId="{43A0F662-E920-4C7E-9A95-0EB5CE3A2BAF}" srcOrd="3" destOrd="0" presId="urn:microsoft.com/office/officeart/2024/3/layout/BulletTimelineDefaultVariant"/>
    <dgm:cxn modelId="{333BC555-8E2F-4725-BD3F-EE2F1E8DFC87}" type="presParOf" srcId="{D5570498-1022-42BC-AAF7-2B87DD8695E5}" destId="{BAF60C2E-8E83-494C-857D-8CE10FB422E1}" srcOrd="4" destOrd="0" presId="urn:microsoft.com/office/officeart/2024/3/layout/BulletTimelineDefaultVariant"/>
    <dgm:cxn modelId="{227A915F-AF35-4116-9515-DDCA2294C12B}" type="presParOf" srcId="{D5570498-1022-42BC-AAF7-2B87DD8695E5}" destId="{457EDEE5-DD19-4ABB-A04E-F0D542AEE827}" srcOrd="5" destOrd="0" presId="urn:microsoft.com/office/officeart/2024/3/layout/BulletTimelineDefaultVariant"/>
    <dgm:cxn modelId="{81A1A302-C929-4F0A-965C-18C6F443D063}" type="presParOf" srcId="{624BCA36-DB6F-4411-B4F9-879289FA23B5}" destId="{67B0CDF7-A846-45EC-A3EE-1C863EB5539F}" srcOrd="1" destOrd="0" presId="urn:microsoft.com/office/officeart/2024/3/layout/BulletTimelineDefaultVariant"/>
    <dgm:cxn modelId="{D154BB54-8FC5-4656-8723-6BC6D26C1FB3}" type="presParOf" srcId="{624BCA36-DB6F-4411-B4F9-879289FA23B5}" destId="{E87EF406-947D-47B8-8D31-602263E79162}" srcOrd="2" destOrd="0" presId="urn:microsoft.com/office/officeart/2024/3/layout/BulletTimelineDefaultVariant"/>
    <dgm:cxn modelId="{169D9C51-6988-4724-8FAC-8BC88B43D55A}" type="presParOf" srcId="{E87EF406-947D-47B8-8D31-602263E79162}" destId="{CC6E132B-2673-48C7-AF03-F7ABFA1086B1}" srcOrd="0" destOrd="0" presId="urn:microsoft.com/office/officeart/2024/3/layout/BulletTimelineDefaultVariant"/>
    <dgm:cxn modelId="{40679959-E79C-4701-95AF-D03C93E91584}" type="presParOf" srcId="{E87EF406-947D-47B8-8D31-602263E79162}" destId="{EDA607DA-2FAA-49D9-AF04-5BD7901B687C}" srcOrd="1" destOrd="0" presId="urn:microsoft.com/office/officeart/2024/3/layout/BulletTimelineDefaultVariant"/>
    <dgm:cxn modelId="{35C3F18B-FE8C-4EDC-B56D-302E51F7502B}" type="presParOf" srcId="{EDA607DA-2FAA-49D9-AF04-5BD7901B687C}" destId="{1D9B65BD-9068-4B2C-9EBA-7C7A6CF8FF76}" srcOrd="0" destOrd="0" presId="urn:microsoft.com/office/officeart/2024/3/layout/BulletTimelineDefaultVariant"/>
    <dgm:cxn modelId="{56BFF6F0-CC87-42F2-8836-310BCBC89D9A}" type="presParOf" srcId="{EDA607DA-2FAA-49D9-AF04-5BD7901B687C}" destId="{B5C80E8B-CFE7-4A60-A3BA-46D4E6C66473}" srcOrd="1" destOrd="0" presId="urn:microsoft.com/office/officeart/2024/3/layout/BulletTimelineDefaultVariant"/>
    <dgm:cxn modelId="{0083BC75-DBC3-4F42-9B75-BE38FCD4DA87}" type="presParOf" srcId="{E87EF406-947D-47B8-8D31-602263E79162}" destId="{B669BFD4-5E7B-40CD-B749-436E34A438F6}" srcOrd="2" destOrd="0" presId="urn:microsoft.com/office/officeart/2024/3/layout/BulletTimelineDefaultVariant"/>
    <dgm:cxn modelId="{07F1FF29-3FE4-432F-BD15-CDF6590AB954}" type="presParOf" srcId="{E87EF406-947D-47B8-8D31-602263E79162}" destId="{1CFB54D3-3E48-4C19-9726-A458214C7E99}" srcOrd="3" destOrd="0" presId="urn:microsoft.com/office/officeart/2024/3/layout/BulletTimelineDefaultVariant"/>
    <dgm:cxn modelId="{626393CA-C267-4F23-8740-FDAB5AAB877E}" type="presParOf" srcId="{E87EF406-947D-47B8-8D31-602263E79162}" destId="{C6060E66-8C87-474D-863C-22F2A203482A}" srcOrd="4" destOrd="0" presId="urn:microsoft.com/office/officeart/2024/3/layout/BulletTimelineDefaultVariant"/>
    <dgm:cxn modelId="{AFC95D18-C9CC-4E13-9440-25504F6C038E}" type="presParOf" srcId="{E87EF406-947D-47B8-8D31-602263E79162}" destId="{32D409EC-ECE2-4BA5-8FC2-D4086AF6EC26}" srcOrd="5" destOrd="0" presId="urn:microsoft.com/office/officeart/2024/3/layout/BulletTimelineDefaultVariant"/>
    <dgm:cxn modelId="{34A0DF76-616E-48EB-9688-993289393837}" type="presParOf" srcId="{624BCA36-DB6F-4411-B4F9-879289FA23B5}" destId="{22D1CFE3-5F44-4119-B5C5-BB6674C72FD1}" srcOrd="3" destOrd="0" presId="urn:microsoft.com/office/officeart/2024/3/layout/BulletTimelineDefaultVariant"/>
    <dgm:cxn modelId="{654BC978-0C92-419C-8BCC-A7D8F4301590}" type="presParOf" srcId="{624BCA36-DB6F-4411-B4F9-879289FA23B5}" destId="{E5A9388B-95A5-48A5-B2FC-8A9A2CFFC022}" srcOrd="4" destOrd="0" presId="urn:microsoft.com/office/officeart/2024/3/layout/BulletTimelineDefaultVariant"/>
    <dgm:cxn modelId="{180852FE-B757-49E6-B30E-EF65FD4EEA94}" type="presParOf" srcId="{E5A9388B-95A5-48A5-B2FC-8A9A2CFFC022}" destId="{15A8114A-C947-48B4-BA99-97284F9E4559}" srcOrd="0" destOrd="0" presId="urn:microsoft.com/office/officeart/2024/3/layout/BulletTimelineDefaultVariant"/>
    <dgm:cxn modelId="{3AA1BFBA-DF91-46AF-A88E-80FA07AB574B}" type="presParOf" srcId="{E5A9388B-95A5-48A5-B2FC-8A9A2CFFC022}" destId="{BDC80879-4D17-405E-A497-020C8065BFA3}" srcOrd="1" destOrd="0" presId="urn:microsoft.com/office/officeart/2024/3/layout/BulletTimelineDefaultVariant"/>
    <dgm:cxn modelId="{94176759-AC31-4E1A-B881-EA4109AD22F5}" type="presParOf" srcId="{BDC80879-4D17-405E-A497-020C8065BFA3}" destId="{DD1577BA-55DD-4652-8B11-6C31A3782D03}" srcOrd="0" destOrd="0" presId="urn:microsoft.com/office/officeart/2024/3/layout/BulletTimelineDefaultVariant"/>
    <dgm:cxn modelId="{0319CF51-F7B0-4D4C-84A8-30122D82DCFB}" type="presParOf" srcId="{BDC80879-4D17-405E-A497-020C8065BFA3}" destId="{861FD5FF-9316-47A0-AD24-6037E982630F}" srcOrd="1" destOrd="0" presId="urn:microsoft.com/office/officeart/2024/3/layout/BulletTimelineDefaultVariant"/>
    <dgm:cxn modelId="{9BC86675-8D11-41F3-A9CC-06FDEA52B59B}" type="presParOf" srcId="{E5A9388B-95A5-48A5-B2FC-8A9A2CFFC022}" destId="{2B301C85-9EB8-48F3-99B9-631FFE272E59}" srcOrd="2" destOrd="0" presId="urn:microsoft.com/office/officeart/2024/3/layout/BulletTimelineDefaultVariant"/>
    <dgm:cxn modelId="{7644A22D-9ECA-426A-BEDE-A715CE8281EE}" type="presParOf" srcId="{E5A9388B-95A5-48A5-B2FC-8A9A2CFFC022}" destId="{E457D5E1-E7D0-4C67-ABF1-0CF45BE16A30}" srcOrd="3" destOrd="0" presId="urn:microsoft.com/office/officeart/2024/3/layout/BulletTimelineDefaultVariant"/>
    <dgm:cxn modelId="{37680AE4-B9AB-4EBF-A32B-D1D5C0451C11}" type="presParOf" srcId="{E5A9388B-95A5-48A5-B2FC-8A9A2CFFC022}" destId="{498FA1F3-59D4-445A-B666-CEE3E7FCFD22}" srcOrd="4" destOrd="0" presId="urn:microsoft.com/office/officeart/2024/3/layout/BulletTimelineDefaultVariant"/>
    <dgm:cxn modelId="{BA1CFC4B-502C-4517-B9E9-50E902617857}" type="presParOf" srcId="{E5A9388B-95A5-48A5-B2FC-8A9A2CFFC022}" destId="{FDA91DFC-37FF-4E62-9DBC-24F6B22329A2}" srcOrd="5" destOrd="0" presId="urn:microsoft.com/office/officeart/2024/3/layout/BulletTimelineDefaultVariant"/>
    <dgm:cxn modelId="{C4CD3F60-9C1E-4D95-9020-87FC1F794BAE}" type="presParOf" srcId="{624BCA36-DB6F-4411-B4F9-879289FA23B5}" destId="{2A435910-55FB-402B-990E-E07F9F93FA46}" srcOrd="5" destOrd="0" presId="urn:microsoft.com/office/officeart/2024/3/layout/BulletTimelineDefaultVariant"/>
    <dgm:cxn modelId="{5FBB2DAF-F26A-4558-9B0C-004D164C4828}" type="presParOf" srcId="{624BCA36-DB6F-4411-B4F9-879289FA23B5}" destId="{688052E2-62E4-4EDC-81D5-74D19BFD408D}" srcOrd="6" destOrd="0" presId="urn:microsoft.com/office/officeart/2024/3/layout/BulletTimelineDefaultVariant"/>
    <dgm:cxn modelId="{36CEE0BF-AD34-44F5-B22D-8A1DE3AB81C7}" type="presParOf" srcId="{688052E2-62E4-4EDC-81D5-74D19BFD408D}" destId="{42741BFD-3DF1-42F3-BE12-B66A1A2A3FBC}" srcOrd="0" destOrd="0" presId="urn:microsoft.com/office/officeart/2024/3/layout/BulletTimelineDefaultVariant"/>
    <dgm:cxn modelId="{2EDB6B35-2774-47E6-8981-8B8EDBA5AF94}" type="presParOf" srcId="{688052E2-62E4-4EDC-81D5-74D19BFD408D}" destId="{8FF0FCDF-04D8-434D-8CAD-6389A00B2DD2}" srcOrd="1" destOrd="0" presId="urn:microsoft.com/office/officeart/2024/3/layout/BulletTimelineDefaultVariant"/>
    <dgm:cxn modelId="{6F52E020-1951-42F0-9DF7-41186E0BD929}" type="presParOf" srcId="{8FF0FCDF-04D8-434D-8CAD-6389A00B2DD2}" destId="{BB401FAC-B3FC-4594-839D-0C861ABE1F4A}" srcOrd="0" destOrd="0" presId="urn:microsoft.com/office/officeart/2024/3/layout/BulletTimelineDefaultVariant"/>
    <dgm:cxn modelId="{425CEB4D-7E88-43ED-9AD6-CB5528B0BCEE}" type="presParOf" srcId="{8FF0FCDF-04D8-434D-8CAD-6389A00B2DD2}" destId="{B607545E-FAD5-45D8-BBB5-C92A4D7F7393}" srcOrd="1" destOrd="0" presId="urn:microsoft.com/office/officeart/2024/3/layout/BulletTimelineDefaultVariant"/>
    <dgm:cxn modelId="{05FB3D2C-BC77-4ECD-9976-DFB98A936A71}" type="presParOf" srcId="{688052E2-62E4-4EDC-81D5-74D19BFD408D}" destId="{23647747-FA82-4832-B237-476E6853F384}" srcOrd="2" destOrd="0" presId="urn:microsoft.com/office/officeart/2024/3/layout/BulletTimelineDefaultVariant"/>
    <dgm:cxn modelId="{B3B0B94E-EFAA-44C3-BD1C-B5D9B6B66083}" type="presParOf" srcId="{688052E2-62E4-4EDC-81D5-74D19BFD408D}" destId="{F5769F1E-547A-4E2B-83B7-3BC5C9535274}" srcOrd="3" destOrd="0" presId="urn:microsoft.com/office/officeart/2024/3/layout/BulletTimelineDefaultVariant"/>
    <dgm:cxn modelId="{2EDF6072-B1C2-4B16-80DE-47A1CC9EC612}" type="presParOf" srcId="{688052E2-62E4-4EDC-81D5-74D19BFD408D}" destId="{007CDE27-4ADF-43C5-A67D-E35AF8AF6080}" srcOrd="4" destOrd="0" presId="urn:microsoft.com/office/officeart/2024/3/layout/BulletTimelineDefaultVariant"/>
    <dgm:cxn modelId="{A0936863-5296-4C3A-BB80-2F693D0C8BF4}" type="presParOf" srcId="{688052E2-62E4-4EDC-81D5-74D19BFD408D}" destId="{A3EAF426-27A7-404B-B59A-7A2A4AB87067}" srcOrd="5" destOrd="0" presId="urn:microsoft.com/office/officeart/2024/3/layout/BulletTimelineDefaultVariant"/>
    <dgm:cxn modelId="{95FD09C7-A56D-4950-B14F-93540EC60F62}" type="presParOf" srcId="{624BCA36-DB6F-4411-B4F9-879289FA23B5}" destId="{A1E96C7B-7EF0-4941-BAF6-14E88A32172C}" srcOrd="7" destOrd="0" presId="urn:microsoft.com/office/officeart/2024/3/layout/BulletTimelineDefaultVariant"/>
    <dgm:cxn modelId="{FBA55803-FC9E-4C8E-A75C-801047CC9F42}" type="presParOf" srcId="{624BCA36-DB6F-4411-B4F9-879289FA23B5}" destId="{F4AE61EE-FAEC-46E6-B1E8-B426BCB8D7AC}" srcOrd="8" destOrd="0" presId="urn:microsoft.com/office/officeart/2024/3/layout/BulletTimelineDefaultVariant"/>
    <dgm:cxn modelId="{44CED89C-64CB-40B9-B055-BFB13D299BD1}" type="presParOf" srcId="{F4AE61EE-FAEC-46E6-B1E8-B426BCB8D7AC}" destId="{5599D31E-7C1B-48E5-8574-A49D801FE9B5}" srcOrd="0" destOrd="0" presId="urn:microsoft.com/office/officeart/2024/3/layout/BulletTimelineDefaultVariant"/>
    <dgm:cxn modelId="{F6747F75-5BCC-40E3-8026-268822D1CB82}" type="presParOf" srcId="{F4AE61EE-FAEC-46E6-B1E8-B426BCB8D7AC}" destId="{A679D264-3D4C-405D-A921-1BED4C0BEA3A}" srcOrd="1" destOrd="0" presId="urn:microsoft.com/office/officeart/2024/3/layout/BulletTimelineDefaultVariant"/>
    <dgm:cxn modelId="{4613413A-11C8-4771-AD61-128C985DF1A3}" type="presParOf" srcId="{A679D264-3D4C-405D-A921-1BED4C0BEA3A}" destId="{8363BC4B-B9C1-4C8D-9FEA-E23DC91FE400}" srcOrd="0" destOrd="0" presId="urn:microsoft.com/office/officeart/2024/3/layout/BulletTimelineDefaultVariant"/>
    <dgm:cxn modelId="{D3EDF83E-32C1-46FD-A88B-5B281D7C3D31}" type="presParOf" srcId="{A679D264-3D4C-405D-A921-1BED4C0BEA3A}" destId="{5FB877AF-2460-4FA8-A7A5-005D0C4B2515}" srcOrd="1" destOrd="0" presId="urn:microsoft.com/office/officeart/2024/3/layout/BulletTimelineDefaultVariant"/>
    <dgm:cxn modelId="{5E2C4BDF-18EE-405C-9E21-B986695A5628}" type="presParOf" srcId="{F4AE61EE-FAEC-46E6-B1E8-B426BCB8D7AC}" destId="{D15B5441-5602-471B-BCB8-6765ED5C5404}" srcOrd="2" destOrd="0" presId="urn:microsoft.com/office/officeart/2024/3/layout/BulletTimelineDefaultVariant"/>
    <dgm:cxn modelId="{C2C8D4D8-CD4C-42FD-B4FE-FE279998EF42}" type="presParOf" srcId="{F4AE61EE-FAEC-46E6-B1E8-B426BCB8D7AC}" destId="{47DA81F5-4189-4FC4-BCD9-77EDDBBE0DD7}" srcOrd="3" destOrd="0" presId="urn:microsoft.com/office/officeart/2024/3/layout/BulletTimelineDefaultVariant"/>
    <dgm:cxn modelId="{88A59096-CDAA-46C9-A25F-5509860EC645}" type="presParOf" srcId="{F4AE61EE-FAEC-46E6-B1E8-B426BCB8D7AC}" destId="{4071F992-43A2-4565-A993-211186352B2F}" srcOrd="4" destOrd="0" presId="urn:microsoft.com/office/officeart/2024/3/layout/BulletTimelineDefaultVariant"/>
    <dgm:cxn modelId="{42C4236B-F89C-4304-B70F-58AA6F7A538F}" type="presParOf" srcId="{F4AE61EE-FAEC-46E6-B1E8-B426BCB8D7AC}" destId="{ACB38295-AB96-4139-BD21-A667DE920549}" srcOrd="5" destOrd="0" presId="urn:microsoft.com/office/officeart/2024/3/layout/BulletTimelineDefaultVaria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B4926-67EE-47C4-A967-418C42CAE149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Blockchain integration</a:t>
          </a:r>
        </a:p>
      </dsp:txBody>
      <dsp:txXfrm>
        <a:off x="23773" y="23773"/>
        <a:ext cx="5612256" cy="764123"/>
      </dsp:txXfrm>
    </dsp:sp>
    <dsp:sp modelId="{04651159-2736-491F-9B27-E3D815BE2EA9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Government contracting</a:t>
          </a:r>
        </a:p>
      </dsp:txBody>
      <dsp:txXfrm>
        <a:off x="572896" y="983018"/>
        <a:ext cx="5432442" cy="764123"/>
      </dsp:txXfrm>
    </dsp:sp>
    <dsp:sp modelId="{4DE730C9-26FD-4D2E-9DB4-5D9BBF8E2EFD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Modular construction</a:t>
          </a:r>
        </a:p>
      </dsp:txBody>
      <dsp:txXfrm>
        <a:off x="1113823" y="1942263"/>
        <a:ext cx="5440638" cy="764123"/>
      </dsp:txXfrm>
    </dsp:sp>
    <dsp:sp modelId="{9B8EA6E2-2076-42B1-BF6A-9CFD95150C2F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Logistics &amp; supply chain</a:t>
          </a:r>
        </a:p>
      </dsp:txBody>
      <dsp:txXfrm>
        <a:off x="1662947" y="2901508"/>
        <a:ext cx="5432442" cy="764123"/>
      </dsp:txXfrm>
    </dsp:sp>
    <dsp:sp modelId="{DBA885E9-CF71-480B-861D-CABB914A50C8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FDFFB610-5C59-43ED-A5CF-A55F80AB937A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3A2021F1-7181-4936-AC7D-CA1EF5BEA451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6052E-4BCD-4D83-8A3F-1A91B6A653AA}">
      <dsp:nvSpPr>
        <dsp:cNvPr id="0" name=""/>
        <dsp:cNvSpPr/>
      </dsp:nvSpPr>
      <dsp:spPr>
        <a:xfrm>
          <a:off x="0" y="2096402"/>
          <a:ext cx="819587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CD329-4335-4188-8148-130CAD36E2AB}">
      <dsp:nvSpPr>
        <dsp:cNvPr id="0" name=""/>
        <dsp:cNvSpPr/>
      </dsp:nvSpPr>
      <dsp:spPr>
        <a:xfrm rot="8100000">
          <a:off x="64645" y="483138"/>
          <a:ext cx="308335" cy="308335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8675E-FB11-487C-A2DE-5CA99FC9807E}">
      <dsp:nvSpPr>
        <dsp:cNvPr id="0" name=""/>
        <dsp:cNvSpPr/>
      </dsp:nvSpPr>
      <dsp:spPr>
        <a:xfrm>
          <a:off x="131602" y="550096"/>
          <a:ext cx="174420" cy="174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6B39F-42D9-49F7-B4DB-F72419D8C994}">
      <dsp:nvSpPr>
        <dsp:cNvPr id="0" name=""/>
        <dsp:cNvSpPr/>
      </dsp:nvSpPr>
      <dsp:spPr>
        <a:xfrm>
          <a:off x="436838" y="855332"/>
          <a:ext cx="2274348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436838" y="855332"/>
        <a:ext cx="2274348" cy="1241070"/>
      </dsp:txXfrm>
    </dsp:sp>
    <dsp:sp modelId="{43A0F662-E920-4C7E-9A95-0EB5CE3A2BAF}">
      <dsp:nvSpPr>
        <dsp:cNvPr id="0" name=""/>
        <dsp:cNvSpPr/>
      </dsp:nvSpPr>
      <dsp:spPr>
        <a:xfrm>
          <a:off x="436838" y="419280"/>
          <a:ext cx="2274348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436838" y="419280"/>
        <a:ext cx="2274348" cy="436051"/>
      </dsp:txXfrm>
    </dsp:sp>
    <dsp:sp modelId="{BAF60C2E-8E83-494C-857D-8CE10FB422E1}">
      <dsp:nvSpPr>
        <dsp:cNvPr id="0" name=""/>
        <dsp:cNvSpPr/>
      </dsp:nvSpPr>
      <dsp:spPr>
        <a:xfrm>
          <a:off x="218813" y="768121"/>
          <a:ext cx="0" cy="132828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5415D-DF0E-413F-98A8-7A62B20DB395}">
      <dsp:nvSpPr>
        <dsp:cNvPr id="0" name=""/>
        <dsp:cNvSpPr/>
      </dsp:nvSpPr>
      <dsp:spPr>
        <a:xfrm>
          <a:off x="178529" y="2057157"/>
          <a:ext cx="78489" cy="7848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B65BD-9068-4B2C-9EBA-7C7A6CF8FF76}">
      <dsp:nvSpPr>
        <dsp:cNvPr id="0" name=""/>
        <dsp:cNvSpPr/>
      </dsp:nvSpPr>
      <dsp:spPr>
        <a:xfrm rot="18900000">
          <a:off x="1428174" y="3401331"/>
          <a:ext cx="308335" cy="308335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C80E8B-CFE7-4A60-A3BA-46D4E6C66473}">
      <dsp:nvSpPr>
        <dsp:cNvPr id="0" name=""/>
        <dsp:cNvSpPr/>
      </dsp:nvSpPr>
      <dsp:spPr>
        <a:xfrm>
          <a:off x="1495131" y="3468288"/>
          <a:ext cx="174420" cy="174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9BFD4-5E7B-40CD-B749-436E34A438F6}">
      <dsp:nvSpPr>
        <dsp:cNvPr id="0" name=""/>
        <dsp:cNvSpPr/>
      </dsp:nvSpPr>
      <dsp:spPr>
        <a:xfrm>
          <a:off x="1800368" y="3102675"/>
          <a:ext cx="2274348" cy="67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1800368" y="3102675"/>
        <a:ext cx="2274348" cy="670848"/>
      </dsp:txXfrm>
    </dsp:sp>
    <dsp:sp modelId="{1CFB54D3-3E48-4C19-9726-A458214C7E99}">
      <dsp:nvSpPr>
        <dsp:cNvPr id="0" name=""/>
        <dsp:cNvSpPr/>
      </dsp:nvSpPr>
      <dsp:spPr>
        <a:xfrm>
          <a:off x="1800368" y="2683395"/>
          <a:ext cx="2274348" cy="41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1800368" y="2683395"/>
        <a:ext cx="2274348" cy="419280"/>
      </dsp:txXfrm>
    </dsp:sp>
    <dsp:sp modelId="{C6060E66-8C87-474D-863C-22F2A203482A}">
      <dsp:nvSpPr>
        <dsp:cNvPr id="0" name=""/>
        <dsp:cNvSpPr/>
      </dsp:nvSpPr>
      <dsp:spPr>
        <a:xfrm>
          <a:off x="1582342" y="2096402"/>
          <a:ext cx="0" cy="1308155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E132B-2673-48C7-AF03-F7ABFA1086B1}">
      <dsp:nvSpPr>
        <dsp:cNvPr id="0" name=""/>
        <dsp:cNvSpPr/>
      </dsp:nvSpPr>
      <dsp:spPr>
        <a:xfrm>
          <a:off x="1542058" y="2057157"/>
          <a:ext cx="78489" cy="7848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577BA-55DD-4652-8B11-6C31A3782D03}">
      <dsp:nvSpPr>
        <dsp:cNvPr id="0" name=""/>
        <dsp:cNvSpPr/>
      </dsp:nvSpPr>
      <dsp:spPr>
        <a:xfrm rot="8100000">
          <a:off x="2791704" y="483138"/>
          <a:ext cx="308335" cy="308335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1FD5FF-9316-47A0-AD24-6037E982630F}">
      <dsp:nvSpPr>
        <dsp:cNvPr id="0" name=""/>
        <dsp:cNvSpPr/>
      </dsp:nvSpPr>
      <dsp:spPr>
        <a:xfrm>
          <a:off x="2858661" y="550096"/>
          <a:ext cx="174420" cy="174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01C85-9EB8-48F3-99B9-631FFE272E59}">
      <dsp:nvSpPr>
        <dsp:cNvPr id="0" name=""/>
        <dsp:cNvSpPr/>
      </dsp:nvSpPr>
      <dsp:spPr>
        <a:xfrm>
          <a:off x="3163897" y="855332"/>
          <a:ext cx="2274348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3163897" y="855332"/>
        <a:ext cx="2274348" cy="1241070"/>
      </dsp:txXfrm>
    </dsp:sp>
    <dsp:sp modelId="{E457D5E1-E7D0-4C67-ABF1-0CF45BE16A30}">
      <dsp:nvSpPr>
        <dsp:cNvPr id="0" name=""/>
        <dsp:cNvSpPr/>
      </dsp:nvSpPr>
      <dsp:spPr>
        <a:xfrm>
          <a:off x="3163897" y="419280"/>
          <a:ext cx="2274348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3163897" y="419280"/>
        <a:ext cx="2274348" cy="436051"/>
      </dsp:txXfrm>
    </dsp:sp>
    <dsp:sp modelId="{498FA1F3-59D4-445A-B666-CEE3E7FCFD22}">
      <dsp:nvSpPr>
        <dsp:cNvPr id="0" name=""/>
        <dsp:cNvSpPr/>
      </dsp:nvSpPr>
      <dsp:spPr>
        <a:xfrm>
          <a:off x="2945871" y="768121"/>
          <a:ext cx="0" cy="132828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8114A-C947-48B4-BA99-97284F9E4559}">
      <dsp:nvSpPr>
        <dsp:cNvPr id="0" name=""/>
        <dsp:cNvSpPr/>
      </dsp:nvSpPr>
      <dsp:spPr>
        <a:xfrm>
          <a:off x="2905587" y="2057157"/>
          <a:ext cx="78489" cy="7848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01FAC-B3FC-4594-839D-0C861ABE1F4A}">
      <dsp:nvSpPr>
        <dsp:cNvPr id="0" name=""/>
        <dsp:cNvSpPr/>
      </dsp:nvSpPr>
      <dsp:spPr>
        <a:xfrm rot="18900000">
          <a:off x="4155233" y="3401331"/>
          <a:ext cx="308335" cy="308335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07545E-FAD5-45D8-BBB5-C92A4D7F7393}">
      <dsp:nvSpPr>
        <dsp:cNvPr id="0" name=""/>
        <dsp:cNvSpPr/>
      </dsp:nvSpPr>
      <dsp:spPr>
        <a:xfrm>
          <a:off x="4222190" y="3468288"/>
          <a:ext cx="174420" cy="174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47747-FA82-4832-B237-476E6853F384}">
      <dsp:nvSpPr>
        <dsp:cNvPr id="0" name=""/>
        <dsp:cNvSpPr/>
      </dsp:nvSpPr>
      <dsp:spPr>
        <a:xfrm>
          <a:off x="4527426" y="3102675"/>
          <a:ext cx="2274348" cy="67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4527426" y="3102675"/>
        <a:ext cx="2274348" cy="670848"/>
      </dsp:txXfrm>
    </dsp:sp>
    <dsp:sp modelId="{F5769F1E-547A-4E2B-83B7-3BC5C9535274}">
      <dsp:nvSpPr>
        <dsp:cNvPr id="0" name=""/>
        <dsp:cNvSpPr/>
      </dsp:nvSpPr>
      <dsp:spPr>
        <a:xfrm>
          <a:off x="4527426" y="2683395"/>
          <a:ext cx="2274348" cy="41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4527426" y="2683395"/>
        <a:ext cx="2274348" cy="419280"/>
      </dsp:txXfrm>
    </dsp:sp>
    <dsp:sp modelId="{007CDE27-4ADF-43C5-A67D-E35AF8AF6080}">
      <dsp:nvSpPr>
        <dsp:cNvPr id="0" name=""/>
        <dsp:cNvSpPr/>
      </dsp:nvSpPr>
      <dsp:spPr>
        <a:xfrm>
          <a:off x="4309400" y="2096402"/>
          <a:ext cx="0" cy="1308155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741BFD-3DF1-42F3-BE12-B66A1A2A3FBC}">
      <dsp:nvSpPr>
        <dsp:cNvPr id="0" name=""/>
        <dsp:cNvSpPr/>
      </dsp:nvSpPr>
      <dsp:spPr>
        <a:xfrm>
          <a:off x="4269117" y="2057157"/>
          <a:ext cx="78489" cy="7848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3BC4B-B9C1-4C8D-9FEA-E23DC91FE400}">
      <dsp:nvSpPr>
        <dsp:cNvPr id="0" name=""/>
        <dsp:cNvSpPr/>
      </dsp:nvSpPr>
      <dsp:spPr>
        <a:xfrm rot="8100000">
          <a:off x="5518762" y="483138"/>
          <a:ext cx="308335" cy="308335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B877AF-2460-4FA8-A7A5-005D0C4B2515}">
      <dsp:nvSpPr>
        <dsp:cNvPr id="0" name=""/>
        <dsp:cNvSpPr/>
      </dsp:nvSpPr>
      <dsp:spPr>
        <a:xfrm>
          <a:off x="5585719" y="550096"/>
          <a:ext cx="174420" cy="174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B5441-5602-471B-BCB8-6765ED5C5404}">
      <dsp:nvSpPr>
        <dsp:cNvPr id="0" name=""/>
        <dsp:cNvSpPr/>
      </dsp:nvSpPr>
      <dsp:spPr>
        <a:xfrm>
          <a:off x="5890956" y="855332"/>
          <a:ext cx="2274348" cy="124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a description of the significance of this event</a:t>
          </a:r>
        </a:p>
      </dsp:txBody>
      <dsp:txXfrm>
        <a:off x="5890956" y="855332"/>
        <a:ext cx="2274348" cy="1241070"/>
      </dsp:txXfrm>
    </dsp:sp>
    <dsp:sp modelId="{47DA81F5-4189-4FC4-BCD9-77EDDBBE0DD7}">
      <dsp:nvSpPr>
        <dsp:cNvPr id="0" name=""/>
        <dsp:cNvSpPr/>
      </dsp:nvSpPr>
      <dsp:spPr>
        <a:xfrm>
          <a:off x="5890956" y="419280"/>
          <a:ext cx="2274348" cy="43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Add an event</a:t>
          </a:r>
        </a:p>
      </dsp:txBody>
      <dsp:txXfrm>
        <a:off x="5890956" y="419280"/>
        <a:ext cx="2274348" cy="436051"/>
      </dsp:txXfrm>
    </dsp:sp>
    <dsp:sp modelId="{4071F992-43A2-4565-A993-211186352B2F}">
      <dsp:nvSpPr>
        <dsp:cNvPr id="0" name=""/>
        <dsp:cNvSpPr/>
      </dsp:nvSpPr>
      <dsp:spPr>
        <a:xfrm>
          <a:off x="5672930" y="768121"/>
          <a:ext cx="0" cy="1328280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99D31E-7C1B-48E5-8574-A49D801FE9B5}">
      <dsp:nvSpPr>
        <dsp:cNvPr id="0" name=""/>
        <dsp:cNvSpPr/>
      </dsp:nvSpPr>
      <dsp:spPr>
        <a:xfrm>
          <a:off x="5632646" y="2057157"/>
          <a:ext cx="78489" cy="78489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BulletTimelineDefaultVariant">
  <dgm:title val="Bullet Timeline"/>
  <dgm:desc val="Displays bulleted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4"/>
                  <dgm:constr type="h" for="ch" forName="Ellipse1" refType="w" refFor="ch" refForName="DropPin1" fact="0.4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revTx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node2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4"/>
                  <dgm:constr type="h" for="ch" forName="Ellipse" refType="w" refFor="ch" refForName="DropPin" fact="0.4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revTx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node2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>
              <a:defRPr sz="4400">
                <a:latin typeface="Montserrat"/>
              </a:defRPr>
            </a:pPr>
            <a:r>
              <a:rPr lang="en-US" sz="4200">
                <a:solidFill>
                  <a:srgbClr val="FFFFFF"/>
                </a:solidFill>
              </a:rPr>
              <a:t>Tolani Corp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defRPr sz="2400">
                <a:latin typeface="Open Sans"/>
              </a:defRPr>
            </a:pPr>
            <a:r>
              <a:rPr lang="en-US" sz="2400"/>
              <a:t>Blockchain-Powered Solutions Across Industries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156753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Capability Highlights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440" y="5852160"/>
            <a:ext cx="731520" cy="731520"/>
          </a:xfrm>
          <a:prstGeom prst="rect">
            <a:avLst/>
          </a:prstGeom>
        </p:spPr>
      </p:pic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AEA87111-C873-CAB7-7AA5-D314464637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8842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37EAF-A601-68F4-0A51-D601524B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Information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409750-0D59-FAA4-B6F4-6301C16926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44367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483042" y="2285675"/>
          <a:ext cx="8195875" cy="384661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639175">
                  <a:extLst>
                    <a:ext uri="{9D8B030D-6E8A-4147-A177-3AD203B41FA5}">
                      <a16:colId xmlns:a16="http://schemas.microsoft.com/office/drawing/2014/main" val="3045530002"/>
                    </a:ext>
                  </a:extLst>
                </a:gridCol>
                <a:gridCol w="1639175">
                  <a:extLst>
                    <a:ext uri="{9D8B030D-6E8A-4147-A177-3AD203B41FA5}">
                      <a16:colId xmlns:a16="http://schemas.microsoft.com/office/drawing/2014/main" val="4059038805"/>
                    </a:ext>
                  </a:extLst>
                </a:gridCol>
                <a:gridCol w="1639175">
                  <a:extLst>
                    <a:ext uri="{9D8B030D-6E8A-4147-A177-3AD203B41FA5}">
                      <a16:colId xmlns:a16="http://schemas.microsoft.com/office/drawing/2014/main" val="594333958"/>
                    </a:ext>
                  </a:extLst>
                </a:gridCol>
                <a:gridCol w="1639175">
                  <a:extLst>
                    <a:ext uri="{9D8B030D-6E8A-4147-A177-3AD203B41FA5}">
                      <a16:colId xmlns:a16="http://schemas.microsoft.com/office/drawing/2014/main" val="2584833896"/>
                    </a:ext>
                  </a:extLst>
                </a:gridCol>
                <a:gridCol w="1639175">
                  <a:extLst>
                    <a:ext uri="{9D8B030D-6E8A-4147-A177-3AD203B41FA5}">
                      <a16:colId xmlns:a16="http://schemas.microsoft.com/office/drawing/2014/main" val="4018170938"/>
                    </a:ext>
                  </a:extLst>
                </a:gridCol>
              </a:tblGrid>
              <a:tr h="79732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b="1" cap="all" spc="150">
                        <a:solidFill>
                          <a:schemeClr val="tx1"/>
                        </a:solidFill>
                      </a:endParaRP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all" spc="150">
                          <a:solidFill>
                            <a:schemeClr val="tx1"/>
                          </a:solidFill>
                        </a:rPr>
                        <a:t>Column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99461"/>
                  </a:ext>
                </a:extLst>
              </a:tr>
              <a:tr h="50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07301"/>
                  </a:ext>
                </a:extLst>
              </a:tr>
              <a:tr h="50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196664"/>
                  </a:ext>
                </a:extLst>
              </a:tr>
              <a:tr h="50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004312"/>
                  </a:ext>
                </a:extLst>
              </a:tr>
              <a:tr h="50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365062"/>
                  </a:ext>
                </a:extLst>
              </a:tr>
              <a:tr h="50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21757"/>
                  </a:ext>
                </a:extLst>
              </a:tr>
              <a:tr h="50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Row Name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36944" marR="136944" marT="136944" marB="1369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009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82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23392A-CE1D-F57E-AE95-A66CC515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Timeline</a:t>
            </a:r>
          </a:p>
        </p:txBody>
      </p:sp>
      <p:graphicFrame>
        <p:nvGraphicFramePr>
          <p:cNvPr id="5" name="Content Placeholder 4" descr="Basic Timeline">
            <a:extLst>
              <a:ext uri="{FF2B5EF4-FFF2-40B4-BE49-F238E27FC236}">
                <a16:creationId xmlns:a16="http://schemas.microsoft.com/office/drawing/2014/main" id="{881830E6-C9BA-AB26-E4F8-36BF28E8A8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43305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25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5F7C1-F2C4-2189-C4C5-4C70DEA1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Frequently asked questions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8994EB-A38E-46D2-D147-08E8B02F3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31854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KeyContentTable"/>
                  </p202:designTagLst>
                </p202:designPr>
              </p:ext>
            </p:extLst>
          </p:nvPr>
        </p:nvGraphicFramePr>
        <p:xfrm>
          <a:off x="483042" y="2700390"/>
          <a:ext cx="8195872" cy="30171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560735">
                  <a:extLst>
                    <a:ext uri="{9D8B030D-6E8A-4147-A177-3AD203B41FA5}">
                      <a16:colId xmlns:a16="http://schemas.microsoft.com/office/drawing/2014/main" val="3944331225"/>
                    </a:ext>
                  </a:extLst>
                </a:gridCol>
                <a:gridCol w="5635137">
                  <a:extLst>
                    <a:ext uri="{9D8B030D-6E8A-4147-A177-3AD203B41FA5}">
                      <a16:colId xmlns:a16="http://schemas.microsoft.com/office/drawing/2014/main" val="2847713646"/>
                    </a:ext>
                  </a:extLst>
                </a:gridCol>
              </a:tblGrid>
              <a:tr h="6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Add a common question that your audience might ask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Write an answer to the question your audience may ask. Make it clear and concise so the audience can quickly skim the content on your slide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141305"/>
                  </a:ext>
                </a:extLst>
              </a:tr>
              <a:tr h="6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Add a common question that your audience might ask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Write an answer to the question your audience may ask. Make it clear and concise so the audience can quickly skim the content on your slide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067867"/>
                  </a:ext>
                </a:extLst>
              </a:tr>
              <a:tr h="6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Add a common question that your audience might ask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Write an answer to the question your audience may ask. Make it clear and concise so the audience can quickly skim the content on your slide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894095"/>
                  </a:ext>
                </a:extLst>
              </a:tr>
              <a:tr h="6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Add a common question that your audience might ask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Write an answer to the question your audience may ask. Make it clear and concise so the audience can quickly skim the content on your slide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340733"/>
                  </a:ext>
                </a:extLst>
              </a:tr>
              <a:tr h="603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</a:rPr>
                        <a:t>Add a common question that your audience might ask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</a:rPr>
                        <a:t>Write an answer to the question your audience may ask. Make it clear and concise so the audience can quickly skim the content on your slide</a:t>
                      </a:r>
                    </a:p>
                  </a:txBody>
                  <a:tcPr marL="89916" marR="89916" marT="89916" marB="899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63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68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312</Words>
  <Application>Microsoft Office PowerPoint</Application>
  <PresentationFormat>On-screen Show (4:3)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Tolani Corp</vt:lpstr>
      <vt:lpstr>Capability Highlights</vt:lpstr>
      <vt:lpstr>Information table</vt:lpstr>
      <vt:lpstr>Timeline</vt:lpstr>
      <vt:lpstr>Frequently asked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terrill hines</dc:creator>
  <cp:keywords/>
  <dc:description>generated using python-pptx</dc:description>
  <cp:lastModifiedBy>terrill hines</cp:lastModifiedBy>
  <cp:revision>2</cp:revision>
  <dcterms:created xsi:type="dcterms:W3CDTF">2013-01-27T09:14:16Z</dcterms:created>
  <dcterms:modified xsi:type="dcterms:W3CDTF">2025-07-17T23:29:09Z</dcterms:modified>
  <cp:category/>
</cp:coreProperties>
</file>